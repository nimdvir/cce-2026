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1"/>
    <p:sldMasterId id="2147483771" r:id="rId2"/>
  </p:sldMasterIdLst>
  <p:notesMasterIdLst>
    <p:notesMasterId r:id="rId13"/>
  </p:notesMasterIdLst>
  <p:sldIdLst>
    <p:sldId id="311" r:id="rId3"/>
    <p:sldId id="303" r:id="rId4"/>
    <p:sldId id="313" r:id="rId5"/>
    <p:sldId id="312" r:id="rId6"/>
    <p:sldId id="301" r:id="rId7"/>
    <p:sldId id="304" r:id="rId8"/>
    <p:sldId id="306" r:id="rId9"/>
    <p:sldId id="316" r:id="rId10"/>
    <p:sldId id="314" r:id="rId11"/>
    <p:sldId id="3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500"/>
    <a:srgbClr val="FFC200"/>
    <a:srgbClr val="1592B0"/>
    <a:srgbClr val="982E93"/>
    <a:srgbClr val="C60034"/>
    <a:srgbClr val="F3931F"/>
    <a:srgbClr val="17A962"/>
    <a:srgbClr val="0A56A4"/>
    <a:srgbClr val="27328C"/>
    <a:srgbClr val="59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EC73BE-F7F0-EF41-B84D-9D0C71A68E8D}" v="81" dt="2026-08-14T14:08:20.654"/>
    <p1510:client id="{D2D06FB2-129A-784E-BF67-F7EAFDDA97A6}" v="239" dt="2026-08-14T15:02:18.6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/>
    <p:restoredTop sz="94682"/>
  </p:normalViewPr>
  <p:slideViewPr>
    <p:cSldViewPr snapToGrid="0">
      <p:cViewPr>
        <p:scale>
          <a:sx n="100" d="100"/>
          <a:sy n="100" d="100"/>
        </p:scale>
        <p:origin x="45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C64DE-A83E-C040-8D52-25F69E8121F7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498C3-BAF8-AD4E-9C2C-28D0738DA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5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E24DA8-9EA8-26DE-292E-3FCF8F2D2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5760" t="15963" b="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CAC71C-99DA-BA7C-52EB-46E6709C8A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5BF6C7-16A9-F738-D49E-0E5C3A0458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5797" t="15934" r="-4"/>
          <a:stretch>
            <a:fillRect/>
          </a:stretch>
        </p:blipFill>
        <p:spPr>
          <a:xfrm>
            <a:off x="0" y="-5301"/>
            <a:ext cx="12192000" cy="68633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0989F14-2886-AC84-25D7-A911FF1A0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332" y="695057"/>
            <a:ext cx="3492500" cy="1092200"/>
          </a:xfrm>
          <a:prstGeom prst="rect">
            <a:avLst/>
          </a:prstGeom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06021EC5-786D-C058-3816-DA650DD7AE61}"/>
              </a:ext>
            </a:extLst>
          </p:cNvPr>
          <p:cNvSpPr txBox="1">
            <a:spLocks/>
          </p:cNvSpPr>
          <p:nvPr userDrawn="1"/>
        </p:nvSpPr>
        <p:spPr>
          <a:xfrm>
            <a:off x="907311" y="2060702"/>
            <a:ext cx="3566453" cy="927188"/>
          </a:xfrm>
          <a:prstGeom prst="rect">
            <a:avLst/>
          </a:prstGeom>
        </p:spPr>
        <p:txBody>
          <a:bodyPr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br>
              <a:rPr lang="en-US" dirty="0"/>
            </a:br>
            <a:r>
              <a:rPr lang="en-US" b="0" i="0" dirty="0">
                <a:latin typeface="Inter Light" panose="02000503000000020004" pitchFamily="2" charset="0"/>
                <a:ea typeface="Inter Light" panose="02000503000000020004" pitchFamily="2" charset="0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346D2-8ECA-F3F6-0E62-58546FA9ECE4}"/>
              </a:ext>
            </a:extLst>
          </p:cNvPr>
          <p:cNvSpPr txBox="1"/>
          <p:nvPr userDrawn="1"/>
        </p:nvSpPr>
        <p:spPr>
          <a:xfrm>
            <a:off x="856498" y="2970796"/>
            <a:ext cx="33425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Cengage</a:t>
            </a:r>
            <a:br>
              <a:rPr lang="en-US" sz="3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3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Computing</a:t>
            </a:r>
            <a:br>
              <a:rPr lang="en-US" sz="3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3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Experience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014B36-708B-6C3F-D9FC-CD22BDEF84C2}"/>
              </a:ext>
            </a:extLst>
          </p:cNvPr>
          <p:cNvSpPr txBox="1"/>
          <p:nvPr userDrawn="1"/>
        </p:nvSpPr>
        <p:spPr>
          <a:xfrm>
            <a:off x="856498" y="4734057"/>
            <a:ext cx="3342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800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Future-Focused Education,</a:t>
            </a:r>
          </a:p>
          <a:p>
            <a:pPr lvl="0"/>
            <a:r>
              <a:rPr lang="en-US" sz="1800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Career-Ready Graduates</a:t>
            </a:r>
          </a:p>
        </p:txBody>
      </p:sp>
    </p:spTree>
    <p:extLst>
      <p:ext uri="{BB962C8B-B14F-4D97-AF65-F5344CB8AC3E}">
        <p14:creationId xmlns:p14="http://schemas.microsoft.com/office/powerpoint/2010/main" val="108717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DB31FD5-33B6-97FE-2655-61BAEA54A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itle 3">
            <a:extLst>
              <a:ext uri="{FF2B5EF4-FFF2-40B4-BE49-F238E27FC236}">
                <a16:creationId xmlns:a16="http://schemas.microsoft.com/office/drawing/2014/main" id="{8416C805-9827-17FC-59E2-D663CEE82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15239"/>
            <a:ext cx="5761038" cy="313517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E5E557E-6D05-5014-330E-D05FB40E65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121652"/>
            <a:ext cx="5761038" cy="365125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buNone/>
              <a:defRPr sz="200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Presenter(s)</a:t>
            </a:r>
          </a:p>
        </p:txBody>
      </p:sp>
    </p:spTree>
    <p:extLst>
      <p:ext uri="{BB962C8B-B14F-4D97-AF65-F5344CB8AC3E}">
        <p14:creationId xmlns:p14="http://schemas.microsoft.com/office/powerpoint/2010/main" val="251780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AB1DC9-7D78-DB6C-AC48-4C34F0D2F3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No">
            <a:extLst>
              <a:ext uri="{FF2B5EF4-FFF2-40B4-BE49-F238E27FC236}">
                <a16:creationId xmlns:a16="http://schemas.microsoft.com/office/drawing/2014/main" id="{28041D31-21AC-8559-C6C4-25762B8CC496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68A94F7A-B1A2-A2EB-5296-67A8F85D505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4753" y="1088932"/>
            <a:ext cx="11421379" cy="468013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9839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ntro text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4A08C5-709F-291C-6D19-AA4A1A917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lideNo">
            <a:extLst>
              <a:ext uri="{FF2B5EF4-FFF2-40B4-BE49-F238E27FC236}">
                <a16:creationId xmlns:a16="http://schemas.microsoft.com/office/drawing/2014/main" id="{4D23F069-093B-DB21-1DD2-38BE3A0A4C1F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AE82235-9EC9-687D-EC30-BFCD9AA160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4754" y="1088932"/>
            <a:ext cx="11421379" cy="4341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aiMathi" pitchFamily="2" charset="0"/>
              </a:defRPr>
            </a:lvl1pPr>
            <a:lvl2pPr marL="465138" indent="-238125">
              <a:tabLst/>
              <a:defRPr sz="1400">
                <a:latin typeface="Work Sans" pitchFamily="2" charset="77"/>
              </a:defRPr>
            </a:lvl2pPr>
            <a:lvl3pPr marL="922338" indent="-238125">
              <a:tabLst/>
              <a:defRPr sz="1400">
                <a:latin typeface="Work Sans" pitchFamily="2" charset="77"/>
              </a:defRPr>
            </a:lvl3pPr>
          </a:lstStyle>
          <a:p>
            <a:r>
              <a:rPr lang="en-US"/>
              <a:t>Subheading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09311B8-C49A-5A7A-CD17-7A21871752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4753" y="1615665"/>
            <a:ext cx="11421379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2FD168-AF06-58B6-61C8-B3D4DEC69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4753" y="2071395"/>
            <a:ext cx="11421379" cy="3697674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197389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8B323-EE02-DE32-CF7F-26B33E9577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lideNo">
            <a:extLst>
              <a:ext uri="{FF2B5EF4-FFF2-40B4-BE49-F238E27FC236}">
                <a16:creationId xmlns:a16="http://schemas.microsoft.com/office/drawing/2014/main" id="{4D23F069-093B-DB21-1DD2-38BE3A0A4C1F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09311B8-C49A-5A7A-CD17-7A21871752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4753" y="1088932"/>
            <a:ext cx="11421379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2FD168-AF06-58B6-61C8-B3D4DEC69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4753" y="1544662"/>
            <a:ext cx="11421379" cy="4224406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367842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48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83DD5B8-8EDF-54D7-160F-6D33E4A3EA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887748E-2AAB-55F4-42E7-8FAB142B37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70024" y="1578333"/>
            <a:ext cx="5336192" cy="419073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3"/>
                </a:solidFill>
              </a:defRPr>
            </a:lvl1pPr>
            <a:lvl3pPr marL="594360">
              <a:defRPr sz="1600"/>
            </a:lvl3pPr>
            <a:lvl4pPr marL="868680">
              <a:defRPr sz="1600"/>
            </a:lvl4pPr>
            <a:lvl5pPr marL="1143000">
              <a:defRPr sz="1600"/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287079E-3887-F24B-3806-7974A1467C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4671" y="1068313"/>
            <a:ext cx="5336192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F1E6B505-F8C2-F874-F42E-4952EB3BF5E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4754" y="1578333"/>
            <a:ext cx="5336109" cy="419073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3"/>
                </a:solidFill>
              </a:defRPr>
            </a:lvl1pPr>
            <a:lvl3pPr marL="594360">
              <a:defRPr sz="1600"/>
            </a:lvl3pPr>
            <a:lvl4pPr marL="868680">
              <a:defRPr sz="1600"/>
            </a:lvl4pPr>
            <a:lvl5pPr marL="1143000">
              <a:defRPr sz="1600"/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E3EEF6-5749-7BF6-0A29-1CD53E46E0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70024" y="1065066"/>
            <a:ext cx="5336192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4588A9-CEB9-FCDD-E7C3-27A62BD8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068313"/>
            <a:ext cx="0" cy="4700755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No">
            <a:extLst>
              <a:ext uri="{FF2B5EF4-FFF2-40B4-BE49-F238E27FC236}">
                <a16:creationId xmlns:a16="http://schemas.microsoft.com/office/drawing/2014/main" id="{30A4E5E2-B528-BE14-6059-49E12540B57F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83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ntro text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40BE3-755D-68E4-0392-8B94ABB09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D14FEF4-77AB-326F-B37A-96B9942FDD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4754" y="1088932"/>
            <a:ext cx="11421379" cy="4341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aiMathi" pitchFamily="2" charset="0"/>
              </a:defRPr>
            </a:lvl1pPr>
            <a:lvl2pPr marL="465138" indent="-238125">
              <a:tabLst/>
              <a:defRPr sz="1400">
                <a:latin typeface="Work Sans" pitchFamily="2" charset="77"/>
              </a:defRPr>
            </a:lvl2pPr>
            <a:lvl3pPr marL="922338" indent="-238125">
              <a:tabLst/>
              <a:defRPr sz="1400">
                <a:latin typeface="Work Sans" pitchFamily="2" charset="77"/>
              </a:defRPr>
            </a:lvl3pPr>
          </a:lstStyle>
          <a:p>
            <a:r>
              <a:rPr lang="en-US"/>
              <a:t>Subheading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6F1F7B2-6968-B26F-C8A9-4A0824DF18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4754" y="1615665"/>
            <a:ext cx="533610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6B11191-0ABF-32C1-0D0F-BEF88C418D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70026" y="1612418"/>
            <a:ext cx="533610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Heading 2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CB311164-4D6C-BF8B-CFBA-7A8CA4CC17C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70026" y="2071395"/>
            <a:ext cx="5336190" cy="3697674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A2FB46-650B-4E4F-6721-9A7506B464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4754" y="2071395"/>
            <a:ext cx="5336108" cy="3697674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6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E3C0EE-2E37-A749-45FF-25CA7458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12418"/>
            <a:ext cx="0" cy="4156651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No">
            <a:extLst>
              <a:ext uri="{FF2B5EF4-FFF2-40B4-BE49-F238E27FC236}">
                <a16:creationId xmlns:a16="http://schemas.microsoft.com/office/drawing/2014/main" id="{38421263-546B-D45A-D197-054B03EC7344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54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9F11AC-9E39-BB7C-B92D-090694668C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66FCFC84-4169-24DB-2333-D23CE5D8A1B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4754" y="1580162"/>
            <a:ext cx="3621087" cy="42095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6287B6D-E416-1BE9-6BF5-84087E7F8F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4754" y="1068313"/>
            <a:ext cx="3621087" cy="294253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FF6D979-3871-A0B6-236F-95CC045055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5368" y="1068313"/>
            <a:ext cx="3621087" cy="294253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Heading 2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D11335F-CE71-3101-D528-65EC3FAEB1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85982" y="1068313"/>
            <a:ext cx="3621087" cy="294253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Heading 3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642ADFC-E377-8EE8-4490-6192EF2B831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88539" y="1580162"/>
            <a:ext cx="3621087" cy="42095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413EAE-BE00-6163-1DE2-32D85C46E7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92324" y="1580162"/>
            <a:ext cx="3621087" cy="42095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035C55-1CFC-D2F5-BB7A-21C2C56CA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47861" y="1068313"/>
            <a:ext cx="0" cy="4721374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C5EFF9A-CC7B-320C-C7A6-3FE2154B7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51646" y="1068313"/>
            <a:ext cx="0" cy="4721374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No">
            <a:extLst>
              <a:ext uri="{FF2B5EF4-FFF2-40B4-BE49-F238E27FC236}">
                <a16:creationId xmlns:a16="http://schemas.microsoft.com/office/drawing/2014/main" id="{C188A6C2-DA8B-5991-172C-570549D8CE1B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320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2308C-42B1-9902-0CD7-BD01489B21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B94BC45-EE16-BB7A-1F8A-3761A174252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84755" y="1580162"/>
            <a:ext cx="2604628" cy="4188907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93B1EF7-E461-96B8-3427-CB7021EE12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4754" y="1068313"/>
            <a:ext cx="260462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4038437-BB45-5E92-1E41-D92B26EF15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26097" y="1068313"/>
            <a:ext cx="260462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2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CDAFE3B-50A1-F0A9-2BB6-EEFE72CFDB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7440" y="1068313"/>
            <a:ext cx="260462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3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92EDF45-F798-478C-79A2-CFB823E52F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784" y="1068313"/>
            <a:ext cx="260462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36F22EE-D8C2-A31E-4F60-F8DD5F23676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27247" y="1580162"/>
            <a:ext cx="2604628" cy="4188907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C6C42F1-BCE9-8875-C6ED-CBFBD852FEB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69739" y="1580162"/>
            <a:ext cx="2604628" cy="4188907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3B14E148-8C92-43A7-38CC-C3B3AD5535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00508" y="1580162"/>
            <a:ext cx="2604628" cy="4188907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5498E8-4D5A-06B6-DF0C-5B5288F7F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51400" y="1068313"/>
            <a:ext cx="0" cy="470075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9E2C57-8BC7-29C6-B6DB-58C91FD27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000" y="1068313"/>
            <a:ext cx="9615" cy="470075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542791-B3F0-2363-0A1C-CF2907108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036385" y="1068313"/>
            <a:ext cx="0" cy="470075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No">
            <a:extLst>
              <a:ext uri="{FF2B5EF4-FFF2-40B4-BE49-F238E27FC236}">
                <a16:creationId xmlns:a16="http://schemas.microsoft.com/office/drawing/2014/main" id="{B742CA32-3FFD-4D75-A81A-E5C9B5F80871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65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B4EA15-8148-B85B-CECD-E35E3CA7E1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6E13248-217B-B539-088B-83C58BE5D0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64399" y="1556717"/>
            <a:ext cx="3438501" cy="1848838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8D6EFB-0462-364B-7552-5870CE0A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2692" y="1068313"/>
            <a:ext cx="0" cy="457048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621E4A-E289-B344-A2F1-3A84B53B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21985" y="1068313"/>
            <a:ext cx="0" cy="457048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6A86FF5-2C63-F861-908C-55D570AB3C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4754" y="1068313"/>
            <a:ext cx="3429000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7E25392-67AA-7B93-2ADC-3A350E4EFB2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4754" y="3706071"/>
            <a:ext cx="3438501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4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FA2040C-C258-A5BE-03CD-1990EA3C8E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84470" y="1068313"/>
            <a:ext cx="3428320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2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331C4AB-DAC4-BE3C-05CA-662D6BCC6D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8881" y="3706071"/>
            <a:ext cx="3429000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5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D13F899-B650-25BC-EF0A-603EBF1EF5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18153" y="1068313"/>
            <a:ext cx="3429000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3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004713E-BD30-9626-9739-17F343EF2EA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3507" y="3706071"/>
            <a:ext cx="3429000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6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C88AA87-FE0D-C386-46ED-4009453A7B7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385414" y="1556717"/>
            <a:ext cx="3438501" cy="1848838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B11D0FB6-6590-E4A2-6EC5-525C59FC94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418153" y="1556717"/>
            <a:ext cx="3438501" cy="1848838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321B687-AF2C-89E1-9773-8B31D0B9E97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64399" y="4170963"/>
            <a:ext cx="3438501" cy="1618724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75A8BD20-B02F-872D-6D4D-D294C970299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85414" y="4170963"/>
            <a:ext cx="3438501" cy="1618724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5FEAE3F-DDCA-7CF8-7A24-9B3D547290C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418153" y="4170963"/>
            <a:ext cx="3438501" cy="1618724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3" name="SlideNo">
            <a:extLst>
              <a:ext uri="{FF2B5EF4-FFF2-40B4-BE49-F238E27FC236}">
                <a16:creationId xmlns:a16="http://schemas.microsoft.com/office/drawing/2014/main" id="{F6722A91-6225-0426-D063-19C02A645A98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0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icon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56ADE22-F671-1FD5-CF37-8B3261D1AA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E5BB2E64-B255-009E-3989-2E0C027ECD3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4754" y="2496379"/>
            <a:ext cx="3621087" cy="3272690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A261E40-DA06-D246-916E-DAB7C4A5B5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88539" y="2496379"/>
            <a:ext cx="3621087" cy="3272690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D7D7431A-ADD2-5DD6-D623-D1CCDE2D1B3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92324" y="2496379"/>
            <a:ext cx="3621087" cy="3272690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5A4C14-2929-DECF-319B-DABBF6609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47861" y="1068313"/>
            <a:ext cx="0" cy="457048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2710F8-310A-6DC9-2958-AD5E5DB5B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51646" y="1068313"/>
            <a:ext cx="0" cy="457048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A5C51E05-06AC-CAE5-F40A-34940B337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731118" y="1153317"/>
            <a:ext cx="746226" cy="645273"/>
          </a:xfrm>
          <a:prstGeom prst="rect">
            <a:avLst/>
          </a:prstGeom>
        </p:spPr>
        <p:txBody>
          <a:bodyPr/>
          <a:lstStyle>
            <a:lvl1pPr>
              <a:buNone/>
              <a:defRPr sz="2000" b="0">
                <a:latin typeface="Work Sans" pitchFamily="2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E49558F2-B251-448D-DEAE-DB3C27ECC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26648" y="1153317"/>
            <a:ext cx="746226" cy="645273"/>
          </a:xfrm>
          <a:prstGeom prst="rect">
            <a:avLst/>
          </a:prstGeom>
        </p:spPr>
        <p:txBody>
          <a:bodyPr/>
          <a:lstStyle>
            <a:lvl1pPr>
              <a:buNone/>
              <a:defRPr sz="2000" b="0">
                <a:latin typeface="Work Sans" pitchFamily="2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369B30A-61EF-63E9-030F-F2DDEACB6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714656" y="1153317"/>
            <a:ext cx="746226" cy="645273"/>
          </a:xfrm>
          <a:prstGeom prst="rect">
            <a:avLst/>
          </a:prstGeom>
        </p:spPr>
        <p:txBody>
          <a:bodyPr/>
          <a:lstStyle>
            <a:lvl1pPr>
              <a:buNone/>
              <a:defRPr sz="2000" b="0">
                <a:latin typeface="Work Sans" pitchFamily="2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6FEBA5A-B319-C4C6-18D2-0A62FB7844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580" y="1976871"/>
            <a:ext cx="3621087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5AA4178-2569-4B2A-8F8C-4172645154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5368" y="1976871"/>
            <a:ext cx="3621087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2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DBA050E-1938-856A-7BA0-5F7B3C8F1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85044" y="1980797"/>
            <a:ext cx="3621087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3</a:t>
            </a:r>
          </a:p>
        </p:txBody>
      </p:sp>
      <p:sp>
        <p:nvSpPr>
          <p:cNvPr id="8" name="SlideNo">
            <a:extLst>
              <a:ext uri="{FF2B5EF4-FFF2-40B4-BE49-F238E27FC236}">
                <a16:creationId xmlns:a16="http://schemas.microsoft.com/office/drawing/2014/main" id="{7CD322DB-73F1-22FB-9601-63A5347EB3E4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47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with icon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5765DEB-27CE-5957-4884-09DE03F266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409C2-35F5-9644-0CC6-E2C919EA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4815" y="190006"/>
            <a:ext cx="0" cy="499625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A9EAAECC-F0A9-C1FE-7F65-2E358CB33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140230"/>
            <a:ext cx="11245354" cy="6435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D2D9EFC1-5738-DA23-2A95-1B8E7FFDB66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84755" y="2587176"/>
            <a:ext cx="2604628" cy="318189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7C10AE7-738B-9D09-917B-C156C5F853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4754" y="2075327"/>
            <a:ext cx="260462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E7C6D0-027C-C951-3454-198A808DDF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26097" y="2075327"/>
            <a:ext cx="260462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2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2915B14-6AA3-4AE2-F867-2BE30AAC0F8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7440" y="2075327"/>
            <a:ext cx="260462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3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4459977-ED1D-BC63-4613-4EACDB64137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784" y="2075327"/>
            <a:ext cx="2604628" cy="333375"/>
          </a:xfrm>
          <a:prstGeom prst="rect">
            <a:avLst/>
          </a:prstGeom>
          <a:solidFill>
            <a:schemeClr val="tx2"/>
          </a:solidFill>
          <a:effectLst/>
        </p:spPr>
        <p:txBody>
          <a:bodyPr anchor="ctr"/>
          <a:lstStyle>
            <a:lvl1pPr algn="ctr"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 4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2DDB608B-C679-A001-72A4-E735392E20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27247" y="2587176"/>
            <a:ext cx="2604628" cy="318189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470E7802-ADC3-0655-6C12-3D4AE736C0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69739" y="2587176"/>
            <a:ext cx="2604628" cy="318189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E4123C3-CA07-C6A7-ED8F-0C651649976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00508" y="2587176"/>
            <a:ext cx="2604628" cy="318189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3pPr marL="59436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868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143000">
              <a:defRPr sz="1500"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808038" indent="-222250">
              <a:tabLst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FAFC56-EEAF-98FE-F61E-0D81297D3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51400" y="1068313"/>
            <a:ext cx="0" cy="457048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226E59-0F79-2343-F677-CC8AE7AB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05615" y="1068313"/>
            <a:ext cx="0" cy="457048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05384C-0416-8DE8-FA28-19832C2BB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036385" y="1068313"/>
            <a:ext cx="0" cy="4570486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7B31B59F-BD5D-2267-CE7F-2CA3CAE84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224682" y="1153317"/>
            <a:ext cx="746226" cy="645273"/>
          </a:xfrm>
          <a:prstGeom prst="rect">
            <a:avLst/>
          </a:prstGeom>
        </p:spPr>
        <p:txBody>
          <a:bodyPr/>
          <a:lstStyle>
            <a:lvl1pPr>
              <a:buNone/>
              <a:defRPr sz="2000" b="0">
                <a:latin typeface="Work Sans" pitchFamily="2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E5A579CE-50EC-5B8D-B077-6A0B3F15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222743" y="1153317"/>
            <a:ext cx="746226" cy="645273"/>
          </a:xfrm>
          <a:prstGeom prst="rect">
            <a:avLst/>
          </a:prstGeom>
        </p:spPr>
        <p:txBody>
          <a:bodyPr/>
          <a:lstStyle>
            <a:lvl1pPr>
              <a:buNone/>
              <a:defRPr sz="2000" b="0">
                <a:latin typeface="Work Sans" pitchFamily="2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AEAAD77C-E073-B176-C7B1-2A9C7CC73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223033" y="1153317"/>
            <a:ext cx="746226" cy="645273"/>
          </a:xfrm>
          <a:prstGeom prst="rect">
            <a:avLst/>
          </a:prstGeom>
        </p:spPr>
        <p:txBody>
          <a:bodyPr/>
          <a:lstStyle>
            <a:lvl1pPr>
              <a:buNone/>
              <a:defRPr sz="2000" b="0">
                <a:latin typeface="Work Sans" pitchFamily="2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1EAD4C46-2F93-80ED-B9F1-4C325B32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0221092" y="1153317"/>
            <a:ext cx="746226" cy="645273"/>
          </a:xfrm>
          <a:prstGeom prst="rect">
            <a:avLst/>
          </a:prstGeom>
        </p:spPr>
        <p:txBody>
          <a:bodyPr/>
          <a:lstStyle>
            <a:lvl1pPr>
              <a:buNone/>
              <a:defRPr sz="2000" b="0">
                <a:latin typeface="Work Sans" pitchFamily="2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SlideNo">
            <a:extLst>
              <a:ext uri="{FF2B5EF4-FFF2-40B4-BE49-F238E27FC236}">
                <a16:creationId xmlns:a16="http://schemas.microsoft.com/office/drawing/2014/main" id="{7FC9874B-6313-C83B-691E-362F1250E0BA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796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v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B968DBF-E8A7-641C-33A9-2D4D81F644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itle 3">
            <a:extLst>
              <a:ext uri="{FF2B5EF4-FFF2-40B4-BE49-F238E27FC236}">
                <a16:creationId xmlns:a16="http://schemas.microsoft.com/office/drawing/2014/main" id="{8416C805-9827-17FC-59E2-D663CEE82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15239"/>
            <a:ext cx="5761038" cy="313517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What are your thoughts about</a:t>
            </a:r>
            <a:br>
              <a:rPr lang="en-US" dirty="0"/>
            </a:br>
            <a:r>
              <a:rPr lang="en-US" dirty="0"/>
              <a:t>this session?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E5E557E-6D05-5014-330E-D05FB40E65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121652"/>
            <a:ext cx="5761038" cy="365125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buNone/>
              <a:defRPr sz="200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Tell us in a quick survey. Scan to get started.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06E0EE-7538-6F30-7536-0557A1E95F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918200" y="685800"/>
            <a:ext cx="6858000" cy="6172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C507245-A5B3-6B58-818D-46489AE973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6635ED-8EDB-E1C8-E74D-7D80B53DAAB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43850" y="2139950"/>
            <a:ext cx="292608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2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o">
            <a:extLst>
              <a:ext uri="{FF2B5EF4-FFF2-40B4-BE49-F238E27FC236}">
                <a16:creationId xmlns:a16="http://schemas.microsoft.com/office/drawing/2014/main" id="{28041D31-21AC-8559-C6C4-25762B8CC496}"/>
              </a:ext>
            </a:extLst>
          </p:cNvPr>
          <p:cNvSpPr txBox="1">
            <a:spLocks/>
          </p:cNvSpPr>
          <p:nvPr userDrawn="1"/>
        </p:nvSpPr>
        <p:spPr>
          <a:xfrm>
            <a:off x="11350046" y="6417917"/>
            <a:ext cx="457200" cy="2152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lang="en-ID" sz="14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30FAF-A4A4-40ED-9EAC-96740896EED7}" type="slidenum">
              <a:rPr lang="en-ID" sz="1050" b="1" i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marL="0" marR="0" lvl="0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1050" b="1" i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63F1CE-E4C1-5603-DA71-237FD077A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77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C4D6C2-5675-3AC4-11B1-884CE1F08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5760" t="15963" b="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645478-7219-BF87-1208-B925E8EACB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DAFD4D-032E-94D7-F028-E69A93166E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5797" t="15934" r="-4"/>
          <a:stretch>
            <a:fillRect/>
          </a:stretch>
        </p:blipFill>
        <p:spPr>
          <a:xfrm>
            <a:off x="0" y="0"/>
            <a:ext cx="12192000" cy="686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1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51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808" r:id="rId2"/>
    <p:sldLayoutId id="2147483821" r:id="rId3"/>
    <p:sldLayoutId id="2147483797" r:id="rId4"/>
    <p:sldLayoutId id="2147483819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2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86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82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7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D6CA-99EA-2846-318E-3C9DE0F5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F3630-AA5A-34F7-0C25-E6AC59CD3C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808A-DE05-8B92-B45C-E7921950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AD1A4-0CDE-730E-7B60-DF49F5A9BA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F862-71A2-6B27-3A40-D4327933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9E51-32CA-1A8E-BB94-75A5913D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9A3F-CF05-1874-F409-A7CD0A9A3B5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23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A8C6-F5CB-E61B-79C9-CD28138E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9B5B3-EB20-3AA0-F025-A38EBD188D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9B5F5-AC1F-934F-ECE3-E65FCCE099C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6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871E-737D-1DEE-5BA8-6CD0E897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138DC-316F-EFB2-3880-F29A0CDC67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FD2FC-4D03-81CD-37B6-E7FFF6C2A9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2CF48-35BE-DF98-FF49-0CA3FA984A3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E7C26C-1347-4C92-DC05-5898A18F45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5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458A1-C138-BE99-3ACF-064B8D7F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63AC6-AAD2-F2FB-249F-AB46CF0F81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DEB9F-5C03-FEA9-84A1-6E1A22A910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69F9E-A771-FF65-0488-0DE3259DEA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DE08D5-7335-4B6A-0230-4B6A20957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F5323A-EB68-8835-CFB0-78C56237F0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BA6C12-0EAD-A067-67D1-BEF472F35D2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2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EE6C-9BF1-2D99-4D59-DB19B3A7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2C85D-14D9-48F2-6894-7227F10547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C3677-A5CD-2A3A-30C5-7AEEB461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9046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A358-F9E3-3146-22E4-B8877E8A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19815468"/>
      </p:ext>
    </p:extLst>
  </p:cSld>
  <p:clrMapOvr>
    <a:masterClrMapping/>
  </p:clrMapOvr>
</p:sld>
</file>

<file path=ppt/theme/theme1.xml><?xml version="1.0" encoding="utf-8"?>
<a:theme xmlns:a="http://schemas.openxmlformats.org/drawingml/2006/main" name="Cengage Light">
  <a:themeElements>
    <a:clrScheme name="ES 2026">
      <a:dk1>
        <a:srgbClr val="0B1F3A"/>
      </a:dk1>
      <a:lt1>
        <a:srgbClr val="FFFFFF"/>
      </a:lt1>
      <a:dk2>
        <a:srgbClr val="0B1F3A"/>
      </a:dk2>
      <a:lt2>
        <a:srgbClr val="DEE5EE"/>
      </a:lt2>
      <a:accent1>
        <a:srgbClr val="00B8D9"/>
      </a:accent1>
      <a:accent2>
        <a:srgbClr val="FD9A04"/>
      </a:accent2>
      <a:accent3>
        <a:srgbClr val="008EBA"/>
      </a:accent3>
      <a:accent4>
        <a:srgbClr val="00E7FF"/>
      </a:accent4>
      <a:accent5>
        <a:srgbClr val="3C4960"/>
      </a:accent5>
      <a:accent6>
        <a:srgbClr val="2A3749"/>
      </a:accent6>
      <a:hlink>
        <a:srgbClr val="00B8D9"/>
      </a:hlink>
      <a:folHlink>
        <a:srgbClr val="008EB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5B4002AE-9043-F748-A49C-3FC13318A0BD}" vid="{C0743498-644D-3B49-BC21-AD44031E46B1}"/>
    </a:ext>
  </a:extLst>
</a:theme>
</file>

<file path=ppt/theme/theme2.xml><?xml version="1.0" encoding="utf-8"?>
<a:theme xmlns:a="http://schemas.openxmlformats.org/drawingml/2006/main" name="Images">
  <a:themeElements>
    <a:clrScheme name="ES 2026">
      <a:dk1>
        <a:srgbClr val="0B1F3A"/>
      </a:dk1>
      <a:lt1>
        <a:srgbClr val="FFFFFF"/>
      </a:lt1>
      <a:dk2>
        <a:srgbClr val="0B1F3A"/>
      </a:dk2>
      <a:lt2>
        <a:srgbClr val="DEE5EE"/>
      </a:lt2>
      <a:accent1>
        <a:srgbClr val="00B8D9"/>
      </a:accent1>
      <a:accent2>
        <a:srgbClr val="FD9A04"/>
      </a:accent2>
      <a:accent3>
        <a:srgbClr val="008EBA"/>
      </a:accent3>
      <a:accent4>
        <a:srgbClr val="00E7FF"/>
      </a:accent4>
      <a:accent5>
        <a:srgbClr val="3C4960"/>
      </a:accent5>
      <a:accent6>
        <a:srgbClr val="2A3749"/>
      </a:accent6>
      <a:hlink>
        <a:srgbClr val="00B8D9"/>
      </a:hlink>
      <a:folHlink>
        <a:srgbClr val="008EB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5B4002AE-9043-F748-A49C-3FC13318A0BD}" vid="{69958CDE-F221-6141-AE3B-45E8FB179AD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Cengage Dark</Template>
  <TotalTime>701</TotalTime>
  <Words>6</Words>
  <Application>Microsoft Macintosh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Inter</vt:lpstr>
      <vt:lpstr>Inter Light</vt:lpstr>
      <vt:lpstr>Work Sans</vt:lpstr>
      <vt:lpstr>Cengage Light</vt:lpstr>
      <vt:lpstr>Images</vt:lpstr>
      <vt:lpstr>PowerPoint Presentation</vt:lpstr>
      <vt:lpstr>Housekeeping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Coffman, Wesley</dc:creator>
  <cp:lastModifiedBy>Berger, Vin</cp:lastModifiedBy>
  <cp:revision>26</cp:revision>
  <dcterms:created xsi:type="dcterms:W3CDTF">2026-08-12T15:57:40Z</dcterms:created>
  <dcterms:modified xsi:type="dcterms:W3CDTF">2026-09-15T18:12:23Z</dcterms:modified>
</cp:coreProperties>
</file>