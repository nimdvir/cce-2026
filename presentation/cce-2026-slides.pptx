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1"/>
    <p:sldMasterId id="2147483771" r:id="rId2"/>
  </p:sldMasterIdLst>
  <p:notesMasterIdLst>
    <p:notesMasterId r:id="rId13"/>
  </p:notesMasterIdLst>
  <p:sldIdLst>
    <p:sldId id="311" r:id="rId3"/>
    <p:sldId id="303" r:id="rId4"/>
    <p:sldId id="317" r:id="rId19"/>
    <p:sldId id="318" r:id="rId20"/>
    <p:sldId id="319" r:id="rId21"/>
    <p:sldId id="320" r:id="rId22"/>
    <p:sldId id="321" r:id="rId23"/>
    <p:sldId id="322" r:id="rId24"/>
    <p:sldId id="323" r:id="rId25"/>
    <p:sldId id="324" r:id="rId26"/>
    <p:sldId id="325" r:id="rId27"/>
    <p:sldId id="326" r:id="rId28"/>
    <p:sldId id="327" r:id="rId29"/>
    <p:sldId id="328" r:id="rId30"/>
    <p:sldId id="329" r:id="rId31"/>
    <p:sldId id="330" r:id="rId32"/>
    <p:sldId id="331" r:id="rId33"/>
    <p:sldId id="316" r:id="rId10"/>
    <p:sldId id="314" r:id="rId11"/>
    <p:sldId id="315"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03500"/>
    <a:srgbClr val="FFC200"/>
    <a:srgbClr val="1592B0"/>
    <a:srgbClr val="982E93"/>
    <a:srgbClr val="C60034"/>
    <a:srgbClr val="F3931F"/>
    <a:srgbClr val="17A962"/>
    <a:srgbClr val="0A56A4"/>
    <a:srgbClr val="27328C"/>
    <a:srgbClr val="592D8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0EC73BE-F7F0-EF41-B84D-9D0C71A68E8D}" v="81" dt="2026-08-14T14:08:20.654"/>
    <p1510:client id="{D2D06FB2-129A-784E-BF67-F7EAFDDA97A6}" v="239" dt="2026-08-14T15:02:18.67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914"/>
    <p:restoredTop sz="94682"/>
  </p:normalViewPr>
  <p:slideViewPr>
    <p:cSldViewPr snapToGrid="0">
      <p:cViewPr>
        <p:scale>
          <a:sx n="100" d="100"/>
          <a:sy n="100" d="100"/>
        </p:scale>
        <p:origin x="456" y="4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microsoft.com/office/2015/10/relationships/revisionInfo" Target="revisionInfo.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5C64DE-A83E-C040-8D52-25F69E8121F7}" type="datetimeFigureOut">
              <a:rPr lang="en-US" smtClean="0"/>
              <a:t>9/15/26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E3498C3-BAF8-AD4E-9C2C-28D0738DA64E}" type="slidenum">
              <a:rPr lang="en-US" smtClean="0"/>
              <a:t>‹#›</a:t>
            </a:fld>
            <a:endParaRPr lang="en-US"/>
          </a:p>
        </p:txBody>
      </p:sp>
    </p:spTree>
    <p:extLst>
      <p:ext uri="{BB962C8B-B14F-4D97-AF65-F5344CB8AC3E}">
        <p14:creationId xmlns:p14="http://schemas.microsoft.com/office/powerpoint/2010/main" val="39613544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headshot2025-cloud.jpg, qr-site.png (TODO once the URL is final). QR large enough to scan from the back row; this slide is up before the session starts.</a:t>
            </a:r>
          </a:p>
          <a:p>
            <a:r>
              <a:t>First words: "This website is the presentation — and AI agents helped me build it. Let's change it."</a:t>
            </a:r>
          </a:p>
          <a:p>
            <a:r>
              <a:t>TODO: date, time, room.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capture of the live Intro page with the red-dot banner highlighted (TODO after Pages is live). Placeholder for now: github-pages-publishing-source.png.</a:t>
            </a:r>
          </a:p>
          <a:p>
            <a:r>
              <a:t>Switch to VS Code. Agent mode. Type the saved prompt (/update-live-banner):</a:t>
            </a:r>
          </a:p>
          <a:p>
            <a:r>
              <a:t>"In docs/content/intro.md, find the line marked LIVE BANNER and replace the text after the red dot with a short greeting to the CCE 2026 audience. Keep it one line. Rebuild the site with python docs/build.py, then commit with the message "Update live banner" and push to main."</a:t>
            </a:r>
          </a:p>
          <a:p>
            <a:r>
              <a:t>While it runs, narrate only what is visible: it opened a file, changed one line, ran a script, saved a checkpoint, published. Refresh.</a:t>
            </a:r>
          </a:p>
          <a:p>
            <a:r>
              <a:t>Do not explain Git or Pages here. Say: "How that works is slide 13. First, why you would want it."</a:t>
            </a:r>
          </a:p>
          <a:p>
            <a:r>
              <a:t>Fallback: pre-pushed commit to cherry-pick. Reset before the session: git checkout demo-start -- live/ docs/content/intro.md &amp;&amp; git clean -fd live/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none; the three headings carry the icons. No generated art.</a:t>
            </a:r>
          </a:p>
          <a:p>
            <a:r>
              <a:t>Ask the room which one they did last week. This is the frame for every demo: the three columns are Demos 1, 2, and 3.</a:t>
            </a:r>
          </a:p>
          <a:p>
            <a:r>
              <a:t>The promise, in one breath: you have seen it work. In the next 40 minutes: what is thinking (Brain), where it works (Infrastructure), what you tell it (Task), how to work with it reliably (Workflow), and three of your own tasks (Examples). That sentence is the map; the footer strip carries it from here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generated/1-what-makes-an-agent.png.</a:t>
            </a:r>
          </a:p>
          <a:p>
            <a:r>
              <a:t>Everyone here uses chat already; don't talk it down. The shift is who carries the output and coordinates the steps. On slide 2, nobody copy-pasted.</a:t>
            </a:r>
          </a:p>
          <a:p>
            <a:r>
              <a:t>What it cannot be assumed to do: know facts it was not given, resolve ambiguity every time, judge what matters pedagogically, replace your review. That sets up slide 14.</a:t>
            </a:r>
          </a:p>
          <a:p>
            <a:r>
              <a:t>Today the agent runs locally, next to your files, through GitHub Copilot in VS Code. Other places to run one are on the site.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generated/2-tokens-and-the-context-window.png. Optional small inset: copilot-model-picker.png.</a:t>
            </a:r>
          </a:p>
          <a:p>
            <a:r>
              <a:t>Do not teach token arithmetic; capacity varies by model. The lesson is relevance.</a:t>
            </a:r>
          </a:p>
          <a:p>
            <a:r>
              <a:t>Second line to say: "Don't keep explaining the project. Put the project where the agent can understand it." That is why the demos run inside a project folder, and it pays off on slide 12 (AGENTS.md).</a:t>
            </a:r>
          </a:p>
          <a:p>
            <a:r>
              <a:t>If asked about VS Code's own vocabulary (harness, model, context, tools, prompt): the mapping table is on the Explanation page.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vscode-interface.png. Add three callouts in PowerPoint if wanted: your files, the editor, Copilot Chat. Optional inset: vscode-extensions.png.</a:t>
            </a:r>
          </a:p>
          <a:p>
            <a:r>
              <a:t>A text editor edits plain-text files directly (.md, .csv, .html, .py). VS Code grew into a whole workspace: files, editor, terminal, extensions, AI. You do not need to become a software engineer.</a:t>
            </a:r>
          </a:p>
          <a:p>
            <a:r>
              <a:t>When practical, keep working source material in plain text; export to Word or PDF when needed. Word and PDF can work with the right tooling; plain text is just more transparent to the agent. (generated/3-plain-text-vs-complex-file-formats.png is on the site if someone asks.)</a:t>
            </a:r>
          </a:p>
          <a:p>
            <a:r>
              <a:t>Extensions are apps for VS Code; Copilot is one. Verified students can access Copilot Student at no cost, and eligible verified teachers can receive Copilot Pro at no cost through GitHub Education. Check current eligibility before the session.</a:t>
            </a:r>
          </a:p>
          <a:p>
            <a:r>
              <a:t>Setup steps (site, not slide): GitHub account · GitHub Education · install VS Code · sign in · clone a repository · enable Copilot · extensions. TODO: Education URL.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none; the three columns are the graphic. Optional, if a picture is wanted: "Three blocks labeled GOAL, CONTEXT, CONSTRAINTS joined by plus signs, an equals sign, one block labeled TASK; CONTEXT holds document and table icons, CONSTRAINTS a padlock; flat, white background, one accent color."</a:t>
            </a:r>
          </a:p>
          <a:p>
            <a:r>
              <a:t>Walk the boxed prompt: line 1 is context; sentence 2 is goal plus one constraint; sentence 3 is two more. Three lines. That is the exact prompt for the next demo.</a:t>
            </a:r>
          </a:p>
          <a:p>
            <a:r>
              <a:t>Say, don't show: name the authoritative source, tell it to inspect before editing, ask it to verify afterward. Move knowledge from the prompt into the workspace.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copilot-ask-plan-agent.png (the mode picker). Optional: vscode-diff-editor.png in the Review column.</a:t>
            </a:r>
          </a:p>
          <a:p>
            <a:r>
              <a:t>Same chat panel, three modes; the fourth column is you. Plan is the one faculty underuse. With manual permissions, Copilot requests approval for actions that are not already allowed; review commands before approving them.</a:t>
            </a:r>
          </a:p>
          <a:p>
            <a:r>
              <a:t>Git makes the loop safe: commit before, review the diff after, revert if needed. Visible, reviewable, reversible.</a:t>
            </a:r>
          </a:p>
          <a:p>
            <a:r>
              <a:t>The line to land: "In the next demo, watch the diff, not the chat." That is where supervision happens.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real screenshot of the multi-file diff from rehearsal (TODO, plan-claude.md step 13). Until then vscode-diff-editor.png.</a:t>
            </a:r>
          </a:p>
          <a:p>
            <a:r>
              <a:t>Run Plan first and read the plan aloud. Then Agent. Then open the diff and stay there.</a:t>
            </a:r>
          </a:p>
          <a:p>
            <a:r>
              <a:t>Fictional course, deliberately inconsistent dates. Fallback: live/generated/expected/syllabus/. Six minutes.</a:t>
            </a:r>
          </a:p>
          <a:p>
            <a:r>
              <a:t>Aside if time: the same four files can become a six-page course website with one more prompt (/build-course-site). Nothing on those pages is new information. Otherwise leave it for slide 13.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the real chart from live/generated/expected/data/ plus a CSV screenshot (TODO). Until then copilot-agent-browser-validation.png.</a:t>
            </a:r>
          </a:p>
          <a:p>
            <a:r>
              <a:t>Point at the moment it inspects the columns before analyzing: that is "inspect" from slide 4 happening for real.</a:t>
            </a:r>
          </a:p>
          <a:p>
            <a:r>
              <a:t>Synthetic data, about 200 rows, a few messy cells on purpose. Say so; they will ask. Fallback: expected output folder.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generated/6-ai-assisted-grading-workflow.png as the poster frame; replace with the 20–30 second grading clip (TODO, plan-claude.md step 14).</a:t>
            </a:r>
          </a:p>
          <a:p>
            <a:r>
              <a:t>Three synthetic submissions. The skill standardizes the grading procedure, rubric application, and output format across submissions. The instructor reviews, edits, and approves every result.</a:t>
            </a:r>
          </a:p>
          <a:p>
            <a:r>
              <a:t>Emphasize the skill, not "AI grades students." This is the third column from slide 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generated/4-from-one-prompt-to-a-workflow.png. Optional: vscode-create-instructions.png.</a:t>
            </a:r>
          </a:p>
          <a:p>
            <a:r>
              <a:t>Every rung is a real file in this repository; open one live if there is a minute. Type /update-syllabus next semester, change one year, run again.</a:t>
            </a:r>
          </a:p>
          <a:p>
            <a:r>
              <a:t>Prompt = "Do this now." AGENTS.md = "Always work this way in this project." This repo's rules: don't invent facts, inspect before editing, don't commit unless asked, synthetic data only.</a:t>
            </a:r>
          </a:p>
          <a:p>
            <a:r>
              <a:t>Different agents support different instruction formats. AGENTS.md works across several agent environments; others also have native formats such as CLAUDE.md.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github-pages-publishing-source.png (Pages from main / docs). Optional insets: vscode-clone-repository.png, vscode-source-control-graph.png.</a:t>
            </a:r>
          </a:p>
          <a:p>
            <a:r>
              <a:t>This is the plumbing behind slide 2, explained only now that they have seen it pay off twice. Four verbs, no Git lesson. A repository is a project folder whose files and history are tracked with Git; when an agent can change many files, that history is what makes it safe.</a:t>
            </a:r>
          </a:p>
          <a:p>
            <a:r>
              <a:t>The site's four pages are plain Markdown in docs/content/; a short script renders them. The whole repo is on the site: clone it and start from it.</a:t>
            </a:r>
          </a:p>
          <a:p>
            <a:r>
              <a:t>Aside, cut first: same trick turns course files into a course site (generated/5-from-course-files-to-an-interactive-website.png).</a:t>
            </a:r>
          </a:p>
          <a:p>
            <a:r>
              <a:t>Other brains, in one sentence: Copilot's model picker offers GPT, Claude, Gemini, and others; Claude and Codex also run in VS Code. The workflow does not depend on which one you pick. Table on the site. Never publish an API key in a repository.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none on the slide; add four native icons (shield, padlock, magnifier, signature) if wanted. No generated art.</a:t>
            </a:r>
          </a:p>
          <a:p>
            <a:r>
              <a:t>Protect: sensitive student or research data requires institutionally approved tools, storage, and handling; use synthetic data for experimentation and demonstrations. Everything shown today was synthetic.</a:t>
            </a:r>
          </a:p>
          <a:p>
            <a:r>
              <a:t>Verify: agents can invent plausible information, misread ambiguous requirements, and make technically valid but undesirable changes. Own: be explicit with students about how AI is used; the grade, the policy, and the decision remain yours.</a:t>
            </a:r>
          </a:p>
          <a:p>
            <a:r>
              <a:t>Steps 1 and 2 change no files. Start with one folder and one annoying repeated task.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qr-site.png (TODO), same code as slide 1; headshot2025-cloud.jpg small.</a:t>
            </a:r>
          </a:p>
          <a:p>
            <a:r>
              <a:t>The site is the durable artifact; the deck is thin on purpose.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site open in case someone asks to revisit a demo. Footer: nimdvir.com · github.com/nimdvir/cce-2026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headshot and QR if the layout allows. Close with: "Don't just ask AI questions. Give it a workspace, context, rules, and a goal."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vent Title">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E24DA8-9EA8-26DE-292E-3FCF8F2D2F8D}"/>
              </a:ext>
            </a:extLst>
          </p:cNvPr>
          <p:cNvPicPr>
            <a:picLocks noChangeAspect="1"/>
          </p:cNvPicPr>
          <p:nvPr userDrawn="1"/>
        </p:nvPicPr>
        <p:blipFill>
          <a:blip r:embed="rId2"/>
          <a:srcRect l="15760" t="15963" b="3"/>
          <a:stretch>
            <a:fillRect/>
          </a:stretch>
        </p:blipFill>
        <p:spPr>
          <a:xfrm>
            <a:off x="0" y="0"/>
            <a:ext cx="12192000" cy="6858000"/>
          </a:xfrm>
          <a:prstGeom prst="rect">
            <a:avLst/>
          </a:prstGeom>
        </p:spPr>
      </p:pic>
      <p:pic>
        <p:nvPicPr>
          <p:cNvPr id="3" name="Picture 2">
            <a:extLst>
              <a:ext uri="{FF2B5EF4-FFF2-40B4-BE49-F238E27FC236}">
                <a16:creationId xmlns:a16="http://schemas.microsoft.com/office/drawing/2014/main" id="{EBCAC71C-99DA-BA7C-52EB-46E6709C8A78}"/>
              </a:ext>
            </a:extLst>
          </p:cNvPr>
          <p:cNvPicPr>
            <a:picLocks noChangeAspect="1"/>
          </p:cNvPicPr>
          <p:nvPr userDrawn="1"/>
        </p:nvPicPr>
        <p:blipFill>
          <a:blip r:embed="rId3"/>
          <a:srcRect/>
          <a:stretch/>
        </p:blipFill>
        <p:spPr>
          <a:xfrm>
            <a:off x="0" y="0"/>
            <a:ext cx="12192000" cy="6858000"/>
          </a:xfrm>
          <a:prstGeom prst="rect">
            <a:avLst/>
          </a:prstGeom>
        </p:spPr>
      </p:pic>
      <p:pic>
        <p:nvPicPr>
          <p:cNvPr id="4" name="Picture 3">
            <a:extLst>
              <a:ext uri="{FF2B5EF4-FFF2-40B4-BE49-F238E27FC236}">
                <a16:creationId xmlns:a16="http://schemas.microsoft.com/office/drawing/2014/main" id="{365BF6C7-16A9-F738-D49E-0E5C3A045854}"/>
              </a:ext>
            </a:extLst>
          </p:cNvPr>
          <p:cNvPicPr>
            <a:picLocks noChangeAspect="1"/>
          </p:cNvPicPr>
          <p:nvPr userDrawn="1"/>
        </p:nvPicPr>
        <p:blipFill>
          <a:blip r:embed="rId4"/>
          <a:srcRect l="15797" t="15934" r="-4"/>
          <a:stretch>
            <a:fillRect/>
          </a:stretch>
        </p:blipFill>
        <p:spPr>
          <a:xfrm>
            <a:off x="0" y="-5301"/>
            <a:ext cx="12192000" cy="6863301"/>
          </a:xfrm>
          <a:prstGeom prst="rect">
            <a:avLst/>
          </a:prstGeom>
        </p:spPr>
      </p:pic>
      <p:pic>
        <p:nvPicPr>
          <p:cNvPr id="9" name="Graphic 8">
            <a:extLst>
              <a:ext uri="{FF2B5EF4-FFF2-40B4-BE49-F238E27FC236}">
                <a16:creationId xmlns:a16="http://schemas.microsoft.com/office/drawing/2014/main" id="{90989F14-2886-AC84-25D7-A911FF1A0F15}"/>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757332" y="695057"/>
            <a:ext cx="3492500" cy="1092200"/>
          </a:xfrm>
          <a:prstGeom prst="rect">
            <a:avLst/>
          </a:prstGeom>
        </p:spPr>
      </p:pic>
      <p:sp>
        <p:nvSpPr>
          <p:cNvPr id="12" name="Title 3">
            <a:extLst>
              <a:ext uri="{FF2B5EF4-FFF2-40B4-BE49-F238E27FC236}">
                <a16:creationId xmlns:a16="http://schemas.microsoft.com/office/drawing/2014/main" id="{06021EC5-786D-C058-3816-DA650DD7AE61}"/>
              </a:ext>
            </a:extLst>
          </p:cNvPr>
          <p:cNvSpPr txBox="1">
            <a:spLocks/>
          </p:cNvSpPr>
          <p:nvPr userDrawn="1"/>
        </p:nvSpPr>
        <p:spPr>
          <a:xfrm>
            <a:off x="907311" y="2060702"/>
            <a:ext cx="3566453" cy="927188"/>
          </a:xfrm>
          <a:prstGeom prst="rect">
            <a:avLst/>
          </a:prstGeom>
        </p:spPr>
        <p:txBody>
          <a:bodyPr anchor="b">
            <a:normAutofit fontScale="92500" lnSpcReduction="10000"/>
          </a:bodyPr>
          <a:lstStyle>
            <a:lvl1pPr algn="l" defTabSz="914400" rtl="0" eaLnBrk="1" latinLnBrk="0" hangingPunct="1">
              <a:lnSpc>
                <a:spcPct val="90000"/>
              </a:lnSpc>
              <a:spcBef>
                <a:spcPct val="0"/>
              </a:spcBef>
              <a:buNone/>
              <a:defRPr sz="3600" b="1" i="0" kern="1200" baseline="0">
                <a:solidFill>
                  <a:schemeClr val="bg1"/>
                </a:solidFill>
                <a:latin typeface="Inter" panose="02000503000000020004" pitchFamily="2" charset="0"/>
                <a:ea typeface="Inter" panose="02000503000000020004" pitchFamily="2" charset="0"/>
                <a:cs typeface="+mj-cs"/>
              </a:defRPr>
            </a:lvl1pPr>
          </a:lstStyle>
          <a:p>
            <a:br>
              <a:rPr lang="en-US" dirty="0"/>
            </a:br>
            <a:r>
              <a:rPr lang="en-US" b="0" i="0" dirty="0">
                <a:latin typeface="Inter Light" panose="02000503000000020004" pitchFamily="2" charset="0"/>
                <a:ea typeface="Inter Light" panose="02000503000000020004" pitchFamily="2" charset="0"/>
              </a:rPr>
              <a:t>2026</a:t>
            </a:r>
          </a:p>
        </p:txBody>
      </p:sp>
      <p:sp>
        <p:nvSpPr>
          <p:cNvPr id="7" name="TextBox 6">
            <a:extLst>
              <a:ext uri="{FF2B5EF4-FFF2-40B4-BE49-F238E27FC236}">
                <a16:creationId xmlns:a16="http://schemas.microsoft.com/office/drawing/2014/main" id="{5C6346D2-8ECA-F3F6-0E62-58546FA9ECE4}"/>
              </a:ext>
            </a:extLst>
          </p:cNvPr>
          <p:cNvSpPr txBox="1"/>
          <p:nvPr userDrawn="1"/>
        </p:nvSpPr>
        <p:spPr>
          <a:xfrm>
            <a:off x="856498" y="2970796"/>
            <a:ext cx="3342521" cy="1754326"/>
          </a:xfrm>
          <a:prstGeom prst="rect">
            <a:avLst/>
          </a:prstGeom>
          <a:noFill/>
        </p:spPr>
        <p:txBody>
          <a:bodyPr wrap="square" rtlCol="0">
            <a:spAutoFit/>
          </a:bodyPr>
          <a:lstStyle/>
          <a:p>
            <a:r>
              <a:rPr lang="en-US" sz="3600" b="1" dirty="0">
                <a:solidFill>
                  <a:schemeClr val="bg1"/>
                </a:solidFill>
                <a:latin typeface="Inter" panose="02000503000000020004" pitchFamily="2" charset="0"/>
                <a:ea typeface="Inter" panose="02000503000000020004" pitchFamily="2" charset="0"/>
              </a:rPr>
              <a:t>Cengage</a:t>
            </a:r>
            <a:br>
              <a:rPr lang="en-US" sz="3600" b="1" dirty="0">
                <a:solidFill>
                  <a:schemeClr val="bg1"/>
                </a:solidFill>
                <a:latin typeface="Inter" panose="02000503000000020004" pitchFamily="2" charset="0"/>
                <a:ea typeface="Inter" panose="02000503000000020004" pitchFamily="2" charset="0"/>
              </a:rPr>
            </a:br>
            <a:r>
              <a:rPr lang="en-US" sz="3600" b="1" dirty="0">
                <a:solidFill>
                  <a:schemeClr val="bg1"/>
                </a:solidFill>
                <a:latin typeface="Inter" panose="02000503000000020004" pitchFamily="2" charset="0"/>
                <a:ea typeface="Inter" panose="02000503000000020004" pitchFamily="2" charset="0"/>
              </a:rPr>
              <a:t>Computing</a:t>
            </a:r>
            <a:br>
              <a:rPr lang="en-US" sz="3600" b="1" dirty="0">
                <a:solidFill>
                  <a:schemeClr val="bg1"/>
                </a:solidFill>
                <a:latin typeface="Inter" panose="02000503000000020004" pitchFamily="2" charset="0"/>
                <a:ea typeface="Inter" panose="02000503000000020004" pitchFamily="2" charset="0"/>
              </a:rPr>
            </a:br>
            <a:r>
              <a:rPr lang="en-US" sz="3600" b="1" dirty="0">
                <a:solidFill>
                  <a:schemeClr val="bg1"/>
                </a:solidFill>
                <a:latin typeface="Inter" panose="02000503000000020004" pitchFamily="2" charset="0"/>
                <a:ea typeface="Inter" panose="02000503000000020004" pitchFamily="2" charset="0"/>
              </a:rPr>
              <a:t>Experience</a:t>
            </a:r>
          </a:p>
        </p:txBody>
      </p:sp>
      <p:sp>
        <p:nvSpPr>
          <p:cNvPr id="13" name="TextBox 12">
            <a:extLst>
              <a:ext uri="{FF2B5EF4-FFF2-40B4-BE49-F238E27FC236}">
                <a16:creationId xmlns:a16="http://schemas.microsoft.com/office/drawing/2014/main" id="{DE014B36-708B-6C3F-D9FC-CD22BDEF84C2}"/>
              </a:ext>
            </a:extLst>
          </p:cNvPr>
          <p:cNvSpPr txBox="1"/>
          <p:nvPr userDrawn="1"/>
        </p:nvSpPr>
        <p:spPr>
          <a:xfrm>
            <a:off x="856498" y="4734057"/>
            <a:ext cx="3342521" cy="646331"/>
          </a:xfrm>
          <a:prstGeom prst="rect">
            <a:avLst/>
          </a:prstGeom>
          <a:noFill/>
        </p:spPr>
        <p:txBody>
          <a:bodyPr wrap="square" rtlCol="0">
            <a:spAutoFit/>
          </a:bodyPr>
          <a:lstStyle/>
          <a:p>
            <a:pPr lvl="0"/>
            <a:r>
              <a:rPr lang="en-US" sz="1800" dirty="0">
                <a:solidFill>
                  <a:schemeClr val="accent4"/>
                </a:solidFill>
                <a:latin typeface="Inter" panose="02000503000000020004" pitchFamily="2" charset="0"/>
                <a:ea typeface="Inter" panose="02000503000000020004" pitchFamily="2" charset="0"/>
              </a:rPr>
              <a:t>Future-Focused Education,</a:t>
            </a:r>
          </a:p>
          <a:p>
            <a:pPr lvl="0"/>
            <a:r>
              <a:rPr lang="en-US" sz="1800" dirty="0">
                <a:solidFill>
                  <a:schemeClr val="accent4"/>
                </a:solidFill>
                <a:latin typeface="Inter" panose="02000503000000020004" pitchFamily="2" charset="0"/>
                <a:ea typeface="Inter" panose="02000503000000020004" pitchFamily="2" charset="0"/>
              </a:rPr>
              <a:t>Career-Ready Graduates</a:t>
            </a:r>
          </a:p>
        </p:txBody>
      </p:sp>
    </p:spTree>
    <p:extLst>
      <p:ext uri="{BB962C8B-B14F-4D97-AF65-F5344CB8AC3E}">
        <p14:creationId xmlns:p14="http://schemas.microsoft.com/office/powerpoint/2010/main" val="1087170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ssion Title">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DB31FD5-33B6-97FE-2655-61BAEA54A87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6" name="Title 3">
            <a:extLst>
              <a:ext uri="{FF2B5EF4-FFF2-40B4-BE49-F238E27FC236}">
                <a16:creationId xmlns:a16="http://schemas.microsoft.com/office/drawing/2014/main" id="{8416C805-9827-17FC-59E2-D663CEE8225F}"/>
              </a:ext>
            </a:extLst>
          </p:cNvPr>
          <p:cNvSpPr>
            <a:spLocks noGrp="1"/>
          </p:cNvSpPr>
          <p:nvPr>
            <p:ph type="title" hasCustomPrompt="1"/>
          </p:nvPr>
        </p:nvSpPr>
        <p:spPr>
          <a:xfrm>
            <a:off x="838200" y="815239"/>
            <a:ext cx="5761038" cy="3135174"/>
          </a:xfrm>
          <a:prstGeom prst="rect">
            <a:avLst/>
          </a:prstGeom>
        </p:spPr>
        <p:txBody>
          <a:bodyPr anchor="b">
            <a:normAutofit/>
          </a:bodyPr>
          <a:lstStyle>
            <a:lvl1pPr>
              <a:defRPr sz="4800" b="1">
                <a:solidFill>
                  <a:schemeClr val="tx1"/>
                </a:solidFill>
                <a:latin typeface="Inter" panose="02000503000000020004" pitchFamily="2" charset="0"/>
                <a:ea typeface="Inter" panose="02000503000000020004" pitchFamily="2" charset="0"/>
              </a:defRPr>
            </a:lvl1pPr>
          </a:lstStyle>
          <a:p>
            <a:r>
              <a:rPr lang="en-US" dirty="0"/>
              <a:t>Session Title</a:t>
            </a:r>
          </a:p>
        </p:txBody>
      </p:sp>
      <p:sp>
        <p:nvSpPr>
          <p:cNvPr id="27" name="Text Placeholder 6">
            <a:extLst>
              <a:ext uri="{FF2B5EF4-FFF2-40B4-BE49-F238E27FC236}">
                <a16:creationId xmlns:a16="http://schemas.microsoft.com/office/drawing/2014/main" id="{BE5E557E-6D05-5014-330E-D05FB40E65B9}"/>
              </a:ext>
            </a:extLst>
          </p:cNvPr>
          <p:cNvSpPr>
            <a:spLocks noGrp="1"/>
          </p:cNvSpPr>
          <p:nvPr>
            <p:ph type="body" sz="quarter" idx="10" hasCustomPrompt="1"/>
          </p:nvPr>
        </p:nvSpPr>
        <p:spPr>
          <a:xfrm>
            <a:off x="838200" y="4121652"/>
            <a:ext cx="5761038" cy="365125"/>
          </a:xfrm>
          <a:prstGeom prst="rect">
            <a:avLst/>
          </a:prstGeom>
          <a:noFill/>
        </p:spPr>
        <p:txBody>
          <a:bodyPr anchor="b">
            <a:normAutofit/>
          </a:bodyPr>
          <a:lstStyle>
            <a:lvl1pPr>
              <a:buNone/>
              <a:defRPr sz="2000">
                <a:solidFill>
                  <a:schemeClr val="accent3"/>
                </a:solidFill>
                <a:latin typeface="Inter" panose="02000503000000020004" pitchFamily="2" charset="0"/>
                <a:ea typeface="Inter" panose="02000503000000020004" pitchFamily="2" charset="0"/>
              </a:defRPr>
            </a:lvl1pPr>
          </a:lstStyle>
          <a:p>
            <a:pPr lvl="0"/>
            <a:r>
              <a:rPr lang="en-US" dirty="0"/>
              <a:t>Presenter(s)</a:t>
            </a:r>
          </a:p>
        </p:txBody>
      </p:sp>
    </p:spTree>
    <p:extLst>
      <p:ext uri="{BB962C8B-B14F-4D97-AF65-F5344CB8AC3E}">
        <p14:creationId xmlns:p14="http://schemas.microsoft.com/office/powerpoint/2010/main" val="25178081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ext with footer">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8AB1DC9-7D78-DB6C-AC48-4C34F0D2F303}"/>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SlideNo">
            <a:extLst>
              <a:ext uri="{FF2B5EF4-FFF2-40B4-BE49-F238E27FC236}">
                <a16:creationId xmlns:a16="http://schemas.microsoft.com/office/drawing/2014/main" id="{28041D31-21AC-8559-C6C4-25762B8CC496}"/>
              </a:ext>
            </a:extLst>
          </p:cNvPr>
          <p:cNvSpPr txBox="1">
            <a:spLocks/>
          </p:cNvSpPr>
          <p:nvPr userDrawn="1"/>
        </p:nvSpPr>
        <p:spPr>
          <a:xfrm>
            <a:off x="11350046" y="6417917"/>
            <a:ext cx="457200" cy="215252"/>
          </a:xfrm>
          <a:prstGeom prst="rect">
            <a:avLst/>
          </a:prstGeom>
          <a:noFill/>
        </p:spPr>
        <p:txBody>
          <a:bodyPr wrap="square" lIns="0" tIns="0" rIns="0" bIns="0" rtlCol="0" anchor="ctr">
            <a:spAutoFit/>
          </a:bodyPr>
          <a:lstStyle>
            <a:defPPr>
              <a:defRPr lang="en-US"/>
            </a:defPPr>
            <a:lvl1pPr marL="0" algn="ctr" defTabSz="457200" rtl="0" eaLnBrk="1" latinLnBrk="0" hangingPunct="1">
              <a:defRPr lang="en-ID" sz="1400" kern="1200" smtClean="0">
                <a:solidFill>
                  <a:schemeClr val="tx1">
                    <a:lumMod val="50000"/>
                    <a:lumOff val="50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457200" rtl="0" eaLnBrk="1" fontAlgn="auto" latinLnBrk="0" hangingPunct="1">
              <a:lnSpc>
                <a:spcPct val="150000"/>
              </a:lnSpc>
              <a:spcBef>
                <a:spcPts val="0"/>
              </a:spcBef>
              <a:spcAft>
                <a:spcPts val="0"/>
              </a:spcAft>
              <a:buClrTx/>
              <a:buSzTx/>
              <a:buFontTx/>
              <a:buNone/>
              <a:tabLst/>
              <a:defRPr/>
            </a:pPr>
            <a:fld id="{F2030FAF-A4A4-40ED-9EAC-96740896EED7}" type="slidenum">
              <a:rPr lang="en-ID" sz="1050" b="1" i="0" smtClean="0">
                <a:solidFill>
                  <a:schemeClr val="bg1"/>
                </a:solidFill>
                <a:latin typeface="Inter" panose="02000503000000020004" pitchFamily="2" charset="0"/>
                <a:ea typeface="Inter" panose="02000503000000020004" pitchFamily="2" charset="0"/>
              </a:rPr>
              <a:pPr marL="0" marR="0" lvl="0" indent="0" algn="r" defTabSz="457200" rtl="0" eaLnBrk="1" fontAlgn="auto" latinLnBrk="0" hangingPunct="1">
                <a:lnSpc>
                  <a:spcPct val="150000"/>
                </a:lnSpc>
                <a:spcBef>
                  <a:spcPts val="0"/>
                </a:spcBef>
                <a:spcAft>
                  <a:spcPts val="0"/>
                </a:spcAft>
                <a:buClrTx/>
                <a:buSzTx/>
                <a:buFontTx/>
                <a:buNone/>
                <a:tabLst/>
                <a:defRPr/>
              </a:pPr>
              <a:t>‹#›</a:t>
            </a:fld>
            <a:endParaRPr lang="en-ID" sz="1050" b="1" i="0">
              <a:solidFill>
                <a:schemeClr val="bg1"/>
              </a:solidFill>
              <a:latin typeface="Inter" panose="02000503000000020004" pitchFamily="2" charset="0"/>
              <a:ea typeface="Inter" panose="02000503000000020004" pitchFamily="2" charset="0"/>
            </a:endParaRPr>
          </a:p>
        </p:txBody>
      </p:sp>
      <p:cxnSp>
        <p:nvCxnSpPr>
          <p:cNvPr id="5" name="Straight Connector 4">
            <a:extLst>
              <a:ext uri="{FF2B5EF4-FFF2-40B4-BE49-F238E27FC236}">
                <a16:creationId xmlns:a16="http://schemas.microsoft.com/office/drawing/2014/main" id="{71D409C2-35F5-9644-0CC6-E2C919EA45F6}"/>
              </a:ext>
              <a:ext uri="{C183D7F6-B498-43B3-948B-1728B52AA6E4}">
                <adec:decorative xmlns:adec="http://schemas.microsoft.com/office/drawing/2017/decorative" val="1"/>
              </a:ext>
            </a:extLst>
          </p:cNvPr>
          <p:cNvCxnSpPr>
            <a:cxnSpLocks/>
          </p:cNvCxnSpPr>
          <p:nvPr userDrawn="1"/>
        </p:nvCxnSpPr>
        <p:spPr>
          <a:xfrm>
            <a:off x="374815" y="190006"/>
            <a:ext cx="0" cy="499625"/>
          </a:xfrm>
          <a:prstGeom prst="line">
            <a:avLst/>
          </a:prstGeom>
          <a:ln w="12700" cap="rnd">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itle 4">
            <a:extLst>
              <a:ext uri="{FF2B5EF4-FFF2-40B4-BE49-F238E27FC236}">
                <a16:creationId xmlns:a16="http://schemas.microsoft.com/office/drawing/2014/main" id="{A9EAAECC-F0A9-C1FE-7F65-2E358CB33A0E}"/>
              </a:ext>
            </a:extLst>
          </p:cNvPr>
          <p:cNvSpPr>
            <a:spLocks noGrp="1"/>
          </p:cNvSpPr>
          <p:nvPr>
            <p:ph type="title" hasCustomPrompt="1"/>
          </p:nvPr>
        </p:nvSpPr>
        <p:spPr>
          <a:xfrm>
            <a:off x="571502" y="140230"/>
            <a:ext cx="11245354" cy="643541"/>
          </a:xfrm>
          <a:prstGeom prst="rect">
            <a:avLst/>
          </a:prstGeom>
          <a:ln>
            <a:noFill/>
          </a:ln>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2400" b="1" i="0" kern="1200">
                <a:solidFill>
                  <a:schemeClr val="tx1"/>
                </a:solidFill>
                <a:latin typeface="Inter" panose="02000503000000020004" pitchFamily="2" charset="0"/>
                <a:ea typeface="Inter" panose="02000503000000020004" pitchFamily="2" charset="0"/>
                <a:cs typeface="Calibri" panose="020F0502020204030204" pitchFamily="34" charset="0"/>
              </a:defRPr>
            </a:lvl1pPr>
          </a:lstStyle>
          <a:p>
            <a:r>
              <a:rPr lang="en-US"/>
              <a:t>Click to edit title</a:t>
            </a:r>
          </a:p>
        </p:txBody>
      </p:sp>
      <p:sp>
        <p:nvSpPr>
          <p:cNvPr id="3" name="Text Placeholder 15">
            <a:extLst>
              <a:ext uri="{FF2B5EF4-FFF2-40B4-BE49-F238E27FC236}">
                <a16:creationId xmlns:a16="http://schemas.microsoft.com/office/drawing/2014/main" id="{68A94F7A-B1A2-A2EB-5296-67A8F85D5055}"/>
              </a:ext>
            </a:extLst>
          </p:cNvPr>
          <p:cNvSpPr>
            <a:spLocks noGrp="1"/>
          </p:cNvSpPr>
          <p:nvPr>
            <p:ph type="body" sz="quarter" idx="25"/>
          </p:nvPr>
        </p:nvSpPr>
        <p:spPr>
          <a:xfrm>
            <a:off x="384753" y="1088932"/>
            <a:ext cx="11421379" cy="4680137"/>
          </a:xfrm>
          <a:prstGeom prst="rect">
            <a:avLst/>
          </a:prstGeom>
        </p:spPr>
        <p:txBody>
          <a:bodyPr/>
          <a:lstStyle>
            <a:lvl1pPr>
              <a:defRPr sz="1800" b="1">
                <a:solidFill>
                  <a:schemeClr val="accent3"/>
                </a:solidFill>
                <a:latin typeface="Inter" panose="02000503000000020004" pitchFamily="2" charset="0"/>
                <a:ea typeface="Inter" panose="02000503000000020004" pitchFamily="2" charset="0"/>
              </a:defRPr>
            </a:lvl1pPr>
            <a:lvl3pPr marL="594360">
              <a:defRPr sz="1600">
                <a:latin typeface="Inter" panose="02000503000000020004" pitchFamily="2" charset="0"/>
                <a:ea typeface="Inter" panose="02000503000000020004" pitchFamily="2" charset="0"/>
              </a:defRPr>
            </a:lvl3pPr>
            <a:lvl4pPr marL="868680">
              <a:defRPr sz="1600">
                <a:latin typeface="Inter" panose="02000503000000020004" pitchFamily="2" charset="0"/>
                <a:ea typeface="Inter" panose="02000503000000020004" pitchFamily="2" charset="0"/>
              </a:defRPr>
            </a:lvl4pPr>
            <a:lvl5pPr marL="1143000">
              <a:defRPr sz="1600">
                <a:latin typeface="Inter" panose="02000503000000020004" pitchFamily="2" charset="0"/>
                <a:ea typeface="Inter" panose="02000503000000020004" pitchFamily="2" charset="0"/>
              </a:defRPr>
            </a:lvl5pPr>
            <a:lvl6pPr marL="808038" indent="-222250">
              <a:tabLst/>
              <a:defRPr sz="1200"/>
            </a:lvl6pPr>
          </a:lstStyle>
          <a:p>
            <a:pPr lvl="0"/>
            <a:r>
              <a:rPr lang="en-US"/>
              <a:t>Click to edit Master text styles</a:t>
            </a:r>
          </a:p>
          <a:p>
            <a:pPr lvl="2"/>
            <a:r>
              <a:rPr lang="en-US"/>
              <a:t>Bullet 1</a:t>
            </a:r>
          </a:p>
          <a:p>
            <a:pPr lvl="3"/>
            <a:r>
              <a:rPr lang="en-US"/>
              <a:t>Bullet 2</a:t>
            </a:r>
          </a:p>
          <a:p>
            <a:pPr lvl="4"/>
            <a:r>
              <a:rPr lang="en-US"/>
              <a:t>Bullet 3</a:t>
            </a:r>
          </a:p>
        </p:txBody>
      </p:sp>
    </p:spTree>
    <p:extLst>
      <p:ext uri="{BB962C8B-B14F-4D97-AF65-F5344CB8AC3E}">
        <p14:creationId xmlns:p14="http://schemas.microsoft.com/office/powerpoint/2010/main" val="983920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xt with intro text and footer">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B4A08C5-709F-291C-6D19-AA4A1A91702D}"/>
              </a:ext>
            </a:extLst>
          </p:cNvPr>
          <p:cNvPicPr>
            <a:picLocks noChangeAspect="1"/>
          </p:cNvPicPr>
          <p:nvPr userDrawn="1"/>
        </p:nvPicPr>
        <p:blipFill>
          <a:blip r:embed="rId2"/>
          <a:stretch>
            <a:fillRect/>
          </a:stretch>
        </p:blipFill>
        <p:spPr>
          <a:xfrm>
            <a:off x="0" y="0"/>
            <a:ext cx="12192000" cy="6858000"/>
          </a:xfrm>
          <a:prstGeom prst="rect">
            <a:avLst/>
          </a:prstGeom>
        </p:spPr>
      </p:pic>
      <p:cxnSp>
        <p:nvCxnSpPr>
          <p:cNvPr id="5" name="Straight Connector 4">
            <a:extLst>
              <a:ext uri="{FF2B5EF4-FFF2-40B4-BE49-F238E27FC236}">
                <a16:creationId xmlns:a16="http://schemas.microsoft.com/office/drawing/2014/main" id="{71D409C2-35F5-9644-0CC6-E2C919EA45F6}"/>
              </a:ext>
              <a:ext uri="{C183D7F6-B498-43B3-948B-1728B52AA6E4}">
                <adec:decorative xmlns:adec="http://schemas.microsoft.com/office/drawing/2017/decorative" val="1"/>
              </a:ext>
            </a:extLst>
          </p:cNvPr>
          <p:cNvCxnSpPr>
            <a:cxnSpLocks/>
          </p:cNvCxnSpPr>
          <p:nvPr userDrawn="1"/>
        </p:nvCxnSpPr>
        <p:spPr>
          <a:xfrm>
            <a:off x="374815" y="190006"/>
            <a:ext cx="0" cy="499625"/>
          </a:xfrm>
          <a:prstGeom prst="line">
            <a:avLst/>
          </a:prstGeom>
          <a:ln w="12700" cap="rnd">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itle 4">
            <a:extLst>
              <a:ext uri="{FF2B5EF4-FFF2-40B4-BE49-F238E27FC236}">
                <a16:creationId xmlns:a16="http://schemas.microsoft.com/office/drawing/2014/main" id="{A9EAAECC-F0A9-C1FE-7F65-2E358CB33A0E}"/>
              </a:ext>
            </a:extLst>
          </p:cNvPr>
          <p:cNvSpPr>
            <a:spLocks noGrp="1"/>
          </p:cNvSpPr>
          <p:nvPr>
            <p:ph type="title" hasCustomPrompt="1"/>
          </p:nvPr>
        </p:nvSpPr>
        <p:spPr>
          <a:xfrm>
            <a:off x="571502" y="140230"/>
            <a:ext cx="11245354" cy="643541"/>
          </a:xfrm>
          <a:prstGeom prst="rect">
            <a:avLst/>
          </a:prstGeom>
          <a:ln>
            <a:noFill/>
          </a:ln>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2400" b="1" i="0" kern="1200">
                <a:solidFill>
                  <a:schemeClr val="tx1"/>
                </a:solidFill>
                <a:latin typeface="Inter" panose="02000503000000020004" pitchFamily="2" charset="0"/>
                <a:ea typeface="Inter" panose="02000503000000020004" pitchFamily="2" charset="0"/>
                <a:cs typeface="Calibri" panose="020F0502020204030204" pitchFamily="34" charset="0"/>
              </a:defRPr>
            </a:lvl1pPr>
          </a:lstStyle>
          <a:p>
            <a:r>
              <a:rPr lang="en-US"/>
              <a:t>Click to edit title</a:t>
            </a:r>
          </a:p>
        </p:txBody>
      </p:sp>
      <p:sp>
        <p:nvSpPr>
          <p:cNvPr id="6" name="SlideNo">
            <a:extLst>
              <a:ext uri="{FF2B5EF4-FFF2-40B4-BE49-F238E27FC236}">
                <a16:creationId xmlns:a16="http://schemas.microsoft.com/office/drawing/2014/main" id="{4D23F069-093B-DB21-1DD2-38BE3A0A4C1F}"/>
              </a:ext>
            </a:extLst>
          </p:cNvPr>
          <p:cNvSpPr txBox="1">
            <a:spLocks/>
          </p:cNvSpPr>
          <p:nvPr userDrawn="1"/>
        </p:nvSpPr>
        <p:spPr>
          <a:xfrm>
            <a:off x="11350046" y="6417917"/>
            <a:ext cx="457200" cy="215252"/>
          </a:xfrm>
          <a:prstGeom prst="rect">
            <a:avLst/>
          </a:prstGeom>
          <a:noFill/>
        </p:spPr>
        <p:txBody>
          <a:bodyPr wrap="square" lIns="0" tIns="0" rIns="0" bIns="0" rtlCol="0" anchor="ctr">
            <a:spAutoFit/>
          </a:bodyPr>
          <a:lstStyle>
            <a:defPPr>
              <a:defRPr lang="en-US"/>
            </a:defPPr>
            <a:lvl1pPr marL="0" algn="ctr" defTabSz="457200" rtl="0" eaLnBrk="1" latinLnBrk="0" hangingPunct="1">
              <a:defRPr lang="en-ID" sz="1400" kern="1200" smtClean="0">
                <a:solidFill>
                  <a:schemeClr val="tx1">
                    <a:lumMod val="50000"/>
                    <a:lumOff val="50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457200" rtl="0" eaLnBrk="1" fontAlgn="auto" latinLnBrk="0" hangingPunct="1">
              <a:lnSpc>
                <a:spcPct val="150000"/>
              </a:lnSpc>
              <a:spcBef>
                <a:spcPts val="0"/>
              </a:spcBef>
              <a:spcAft>
                <a:spcPts val="0"/>
              </a:spcAft>
              <a:buClrTx/>
              <a:buSzTx/>
              <a:buFontTx/>
              <a:buNone/>
              <a:tabLst/>
              <a:defRPr/>
            </a:pPr>
            <a:fld id="{F2030FAF-A4A4-40ED-9EAC-96740896EED7}" type="slidenum">
              <a:rPr lang="en-ID" sz="1050" b="1" i="0" smtClean="0">
                <a:solidFill>
                  <a:schemeClr val="bg1"/>
                </a:solidFill>
                <a:latin typeface="Inter" panose="02000503000000020004" pitchFamily="2" charset="0"/>
                <a:ea typeface="Inter" panose="02000503000000020004" pitchFamily="2" charset="0"/>
              </a:rPr>
              <a:pPr marL="0" marR="0" lvl="0" indent="0" algn="r" defTabSz="457200" rtl="0" eaLnBrk="1" fontAlgn="auto" latinLnBrk="0" hangingPunct="1">
                <a:lnSpc>
                  <a:spcPct val="150000"/>
                </a:lnSpc>
                <a:spcBef>
                  <a:spcPts val="0"/>
                </a:spcBef>
                <a:spcAft>
                  <a:spcPts val="0"/>
                </a:spcAft>
                <a:buClrTx/>
                <a:buSzTx/>
                <a:buFontTx/>
                <a:buNone/>
                <a:tabLst/>
                <a:defRPr/>
              </a:pPr>
              <a:t>‹#›</a:t>
            </a:fld>
            <a:endParaRPr lang="en-ID" sz="1050" b="1" i="0">
              <a:solidFill>
                <a:schemeClr val="bg1"/>
              </a:solidFill>
              <a:latin typeface="Inter" panose="02000503000000020004" pitchFamily="2" charset="0"/>
              <a:ea typeface="Inter" panose="02000503000000020004" pitchFamily="2" charset="0"/>
            </a:endParaRPr>
          </a:p>
        </p:txBody>
      </p:sp>
      <p:sp>
        <p:nvSpPr>
          <p:cNvPr id="2" name="Text Placeholder 2">
            <a:extLst>
              <a:ext uri="{FF2B5EF4-FFF2-40B4-BE49-F238E27FC236}">
                <a16:creationId xmlns:a16="http://schemas.microsoft.com/office/drawing/2014/main" id="{3AE82235-9EC9-687D-EC30-BFCD9AA16006}"/>
              </a:ext>
            </a:extLst>
          </p:cNvPr>
          <p:cNvSpPr>
            <a:spLocks noGrp="1"/>
          </p:cNvSpPr>
          <p:nvPr>
            <p:ph type="body" sz="quarter" idx="21" hasCustomPrompt="1"/>
          </p:nvPr>
        </p:nvSpPr>
        <p:spPr>
          <a:xfrm>
            <a:off x="384754" y="1088932"/>
            <a:ext cx="11421379" cy="434182"/>
          </a:xfrm>
          <a:prstGeom prst="rect">
            <a:avLst/>
          </a:prstGeom>
        </p:spPr>
        <p:txBody>
          <a:bodyPr>
            <a:normAutofit/>
          </a:bodyPr>
          <a:lstStyle>
            <a:lvl1pPr>
              <a:buNone/>
              <a:defRPr sz="1800" b="0">
                <a:solidFill>
                  <a:schemeClr val="accent3"/>
                </a:solidFill>
                <a:latin typeface="Inter" panose="02000503000000020004" pitchFamily="2" charset="0"/>
                <a:ea typeface="Inter" panose="02000503000000020004" pitchFamily="2" charset="0"/>
                <a:cs typeface="InaiMathi" pitchFamily="2" charset="0"/>
              </a:defRPr>
            </a:lvl1pPr>
            <a:lvl2pPr marL="465138" indent="-238125">
              <a:tabLst/>
              <a:defRPr sz="1400">
                <a:latin typeface="Work Sans" pitchFamily="2" charset="77"/>
              </a:defRPr>
            </a:lvl2pPr>
            <a:lvl3pPr marL="922338" indent="-238125">
              <a:tabLst/>
              <a:defRPr sz="1400">
                <a:latin typeface="Work Sans" pitchFamily="2" charset="77"/>
              </a:defRPr>
            </a:lvl3pPr>
          </a:lstStyle>
          <a:p>
            <a:r>
              <a:rPr lang="en-US"/>
              <a:t>Subheading</a:t>
            </a:r>
          </a:p>
        </p:txBody>
      </p:sp>
      <p:sp>
        <p:nvSpPr>
          <p:cNvPr id="9" name="Text Placeholder 5">
            <a:extLst>
              <a:ext uri="{FF2B5EF4-FFF2-40B4-BE49-F238E27FC236}">
                <a16:creationId xmlns:a16="http://schemas.microsoft.com/office/drawing/2014/main" id="{209311B8-C49A-5A7A-CD17-7A21871752C6}"/>
              </a:ext>
            </a:extLst>
          </p:cNvPr>
          <p:cNvSpPr>
            <a:spLocks noGrp="1"/>
          </p:cNvSpPr>
          <p:nvPr>
            <p:ph type="body" sz="quarter" idx="18" hasCustomPrompt="1"/>
          </p:nvPr>
        </p:nvSpPr>
        <p:spPr>
          <a:xfrm>
            <a:off x="384753" y="1615665"/>
            <a:ext cx="11421379" cy="333375"/>
          </a:xfrm>
          <a:prstGeom prst="rect">
            <a:avLst/>
          </a:prstGeom>
          <a:solidFill>
            <a:schemeClr val="tx2"/>
          </a:solidFill>
          <a:effectLst/>
        </p:spPr>
        <p:txBody>
          <a:bodyPr anchor="ctr"/>
          <a:lstStyle>
            <a:lvl1pPr algn="ctr">
              <a:buNone/>
              <a:defRPr sz="1600" b="1" i="0">
                <a:solidFill>
                  <a:schemeClr val="bg1"/>
                </a:solidFill>
                <a:latin typeface="Inter" panose="02000503000000020004" pitchFamily="2" charset="0"/>
                <a:ea typeface="Inter" panose="02000503000000020004" pitchFamily="2" charset="0"/>
              </a:defRPr>
            </a:lvl1pPr>
          </a:lstStyle>
          <a:p>
            <a:pPr lvl="0"/>
            <a:r>
              <a:rPr lang="en-US"/>
              <a:t>Heading 1</a:t>
            </a:r>
          </a:p>
        </p:txBody>
      </p:sp>
      <p:sp>
        <p:nvSpPr>
          <p:cNvPr id="10" name="Text Placeholder 15">
            <a:extLst>
              <a:ext uri="{FF2B5EF4-FFF2-40B4-BE49-F238E27FC236}">
                <a16:creationId xmlns:a16="http://schemas.microsoft.com/office/drawing/2014/main" id="{2D2FD168-AF06-58B6-61C8-B3D4DEC69C14}"/>
              </a:ext>
            </a:extLst>
          </p:cNvPr>
          <p:cNvSpPr>
            <a:spLocks noGrp="1"/>
          </p:cNvSpPr>
          <p:nvPr>
            <p:ph type="body" sz="quarter" idx="24"/>
          </p:nvPr>
        </p:nvSpPr>
        <p:spPr>
          <a:xfrm>
            <a:off x="384753" y="2071395"/>
            <a:ext cx="11421379" cy="3697674"/>
          </a:xfrm>
          <a:prstGeom prst="rect">
            <a:avLst/>
          </a:prstGeom>
        </p:spPr>
        <p:txBody>
          <a:bodyPr/>
          <a:lstStyle>
            <a:lvl1pPr>
              <a:defRPr sz="1800" b="1">
                <a:solidFill>
                  <a:schemeClr val="accent3"/>
                </a:solidFill>
                <a:latin typeface="Inter" panose="02000503000000020004" pitchFamily="2" charset="0"/>
                <a:ea typeface="Inter" panose="02000503000000020004" pitchFamily="2" charset="0"/>
              </a:defRPr>
            </a:lvl1pPr>
            <a:lvl3pPr marL="594360">
              <a:defRPr sz="1600">
                <a:latin typeface="Inter" panose="02000503000000020004" pitchFamily="2" charset="0"/>
                <a:ea typeface="Inter" panose="02000503000000020004" pitchFamily="2" charset="0"/>
              </a:defRPr>
            </a:lvl3pPr>
            <a:lvl4pPr marL="868680">
              <a:defRPr sz="1600">
                <a:latin typeface="Inter" panose="02000503000000020004" pitchFamily="2" charset="0"/>
                <a:ea typeface="Inter" panose="02000503000000020004" pitchFamily="2" charset="0"/>
              </a:defRPr>
            </a:lvl4pPr>
            <a:lvl5pPr marL="1143000">
              <a:defRPr sz="1600">
                <a:latin typeface="Inter" panose="02000503000000020004" pitchFamily="2" charset="0"/>
                <a:ea typeface="Inter" panose="02000503000000020004" pitchFamily="2" charset="0"/>
              </a:defRPr>
            </a:lvl5pPr>
            <a:lvl6pPr marL="808038" indent="-222250">
              <a:tabLst/>
              <a:defRPr sz="1200"/>
            </a:lvl6pPr>
          </a:lstStyle>
          <a:p>
            <a:pPr lvl="0"/>
            <a:r>
              <a:rPr lang="en-US"/>
              <a:t>Click to edit Master text styles</a:t>
            </a:r>
          </a:p>
          <a:p>
            <a:pPr lvl="2"/>
            <a:r>
              <a:rPr lang="en-US"/>
              <a:t>Bullet 1</a:t>
            </a:r>
          </a:p>
          <a:p>
            <a:pPr lvl="3"/>
            <a:r>
              <a:rPr lang="en-US"/>
              <a:t>Bullet 2</a:t>
            </a:r>
          </a:p>
          <a:p>
            <a:pPr lvl="4"/>
            <a:r>
              <a:rPr lang="en-US"/>
              <a:t>Bullet 3</a:t>
            </a:r>
          </a:p>
        </p:txBody>
      </p:sp>
    </p:spTree>
    <p:extLst>
      <p:ext uri="{BB962C8B-B14F-4D97-AF65-F5344CB8AC3E}">
        <p14:creationId xmlns:p14="http://schemas.microsoft.com/office/powerpoint/2010/main" val="19738973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 column with footer">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768B323-EE02-DE32-CF7F-26B33E9577B1}"/>
              </a:ext>
            </a:extLst>
          </p:cNvPr>
          <p:cNvPicPr>
            <a:picLocks noChangeAspect="1"/>
          </p:cNvPicPr>
          <p:nvPr userDrawn="1"/>
        </p:nvPicPr>
        <p:blipFill>
          <a:blip r:embed="rId2"/>
          <a:stretch>
            <a:fillRect/>
          </a:stretch>
        </p:blipFill>
        <p:spPr>
          <a:xfrm>
            <a:off x="0" y="0"/>
            <a:ext cx="12192000" cy="6858000"/>
          </a:xfrm>
          <a:prstGeom prst="rect">
            <a:avLst/>
          </a:prstGeom>
        </p:spPr>
      </p:pic>
      <p:cxnSp>
        <p:nvCxnSpPr>
          <p:cNvPr id="5" name="Straight Connector 4">
            <a:extLst>
              <a:ext uri="{FF2B5EF4-FFF2-40B4-BE49-F238E27FC236}">
                <a16:creationId xmlns:a16="http://schemas.microsoft.com/office/drawing/2014/main" id="{71D409C2-35F5-9644-0CC6-E2C919EA45F6}"/>
              </a:ext>
              <a:ext uri="{C183D7F6-B498-43B3-948B-1728B52AA6E4}">
                <adec:decorative xmlns:adec="http://schemas.microsoft.com/office/drawing/2017/decorative" val="1"/>
              </a:ext>
            </a:extLst>
          </p:cNvPr>
          <p:cNvCxnSpPr>
            <a:cxnSpLocks/>
          </p:cNvCxnSpPr>
          <p:nvPr userDrawn="1"/>
        </p:nvCxnSpPr>
        <p:spPr>
          <a:xfrm>
            <a:off x="374815" y="190006"/>
            <a:ext cx="0" cy="499625"/>
          </a:xfrm>
          <a:prstGeom prst="line">
            <a:avLst/>
          </a:prstGeom>
          <a:ln w="12700" cap="rnd">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itle 4">
            <a:extLst>
              <a:ext uri="{FF2B5EF4-FFF2-40B4-BE49-F238E27FC236}">
                <a16:creationId xmlns:a16="http://schemas.microsoft.com/office/drawing/2014/main" id="{A9EAAECC-F0A9-C1FE-7F65-2E358CB33A0E}"/>
              </a:ext>
            </a:extLst>
          </p:cNvPr>
          <p:cNvSpPr>
            <a:spLocks noGrp="1"/>
          </p:cNvSpPr>
          <p:nvPr>
            <p:ph type="title" hasCustomPrompt="1"/>
          </p:nvPr>
        </p:nvSpPr>
        <p:spPr>
          <a:xfrm>
            <a:off x="571502" y="140230"/>
            <a:ext cx="11245354" cy="643541"/>
          </a:xfrm>
          <a:prstGeom prst="rect">
            <a:avLst/>
          </a:prstGeom>
          <a:ln>
            <a:noFill/>
          </a:ln>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2400" b="1" i="0" kern="1200">
                <a:solidFill>
                  <a:schemeClr val="tx1"/>
                </a:solidFill>
                <a:latin typeface="Inter" panose="02000503000000020004" pitchFamily="2" charset="0"/>
                <a:ea typeface="Inter" panose="02000503000000020004" pitchFamily="2" charset="0"/>
                <a:cs typeface="Calibri" panose="020F0502020204030204" pitchFamily="34" charset="0"/>
              </a:defRPr>
            </a:lvl1pPr>
          </a:lstStyle>
          <a:p>
            <a:r>
              <a:rPr lang="en-US"/>
              <a:t>Click to edit title</a:t>
            </a:r>
          </a:p>
        </p:txBody>
      </p:sp>
      <p:sp>
        <p:nvSpPr>
          <p:cNvPr id="6" name="SlideNo">
            <a:extLst>
              <a:ext uri="{FF2B5EF4-FFF2-40B4-BE49-F238E27FC236}">
                <a16:creationId xmlns:a16="http://schemas.microsoft.com/office/drawing/2014/main" id="{4D23F069-093B-DB21-1DD2-38BE3A0A4C1F}"/>
              </a:ext>
            </a:extLst>
          </p:cNvPr>
          <p:cNvSpPr txBox="1">
            <a:spLocks/>
          </p:cNvSpPr>
          <p:nvPr userDrawn="1"/>
        </p:nvSpPr>
        <p:spPr>
          <a:xfrm>
            <a:off x="11350046" y="6417917"/>
            <a:ext cx="457200" cy="215252"/>
          </a:xfrm>
          <a:prstGeom prst="rect">
            <a:avLst/>
          </a:prstGeom>
          <a:noFill/>
        </p:spPr>
        <p:txBody>
          <a:bodyPr wrap="square" lIns="0" tIns="0" rIns="0" bIns="0" rtlCol="0" anchor="ctr">
            <a:spAutoFit/>
          </a:bodyPr>
          <a:lstStyle>
            <a:defPPr>
              <a:defRPr lang="en-US"/>
            </a:defPPr>
            <a:lvl1pPr marL="0" algn="ctr" defTabSz="457200" rtl="0" eaLnBrk="1" latinLnBrk="0" hangingPunct="1">
              <a:defRPr lang="en-ID" sz="1400" kern="1200" smtClean="0">
                <a:solidFill>
                  <a:schemeClr val="tx1">
                    <a:lumMod val="50000"/>
                    <a:lumOff val="50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457200" rtl="0" eaLnBrk="1" fontAlgn="auto" latinLnBrk="0" hangingPunct="1">
              <a:lnSpc>
                <a:spcPct val="150000"/>
              </a:lnSpc>
              <a:spcBef>
                <a:spcPts val="0"/>
              </a:spcBef>
              <a:spcAft>
                <a:spcPts val="0"/>
              </a:spcAft>
              <a:buClrTx/>
              <a:buSzTx/>
              <a:buFontTx/>
              <a:buNone/>
              <a:tabLst/>
              <a:defRPr/>
            </a:pPr>
            <a:fld id="{F2030FAF-A4A4-40ED-9EAC-96740896EED7}" type="slidenum">
              <a:rPr lang="en-ID" sz="1050" b="1" i="0" smtClean="0">
                <a:solidFill>
                  <a:schemeClr val="bg1"/>
                </a:solidFill>
                <a:latin typeface="Inter" panose="02000503000000020004" pitchFamily="2" charset="0"/>
                <a:ea typeface="Inter" panose="02000503000000020004" pitchFamily="2" charset="0"/>
              </a:rPr>
              <a:pPr marL="0" marR="0" lvl="0" indent="0" algn="r" defTabSz="457200" rtl="0" eaLnBrk="1" fontAlgn="auto" latinLnBrk="0" hangingPunct="1">
                <a:lnSpc>
                  <a:spcPct val="150000"/>
                </a:lnSpc>
                <a:spcBef>
                  <a:spcPts val="0"/>
                </a:spcBef>
                <a:spcAft>
                  <a:spcPts val="0"/>
                </a:spcAft>
                <a:buClrTx/>
                <a:buSzTx/>
                <a:buFontTx/>
                <a:buNone/>
                <a:tabLst/>
                <a:defRPr/>
              </a:pPr>
              <a:t>‹#›</a:t>
            </a:fld>
            <a:endParaRPr lang="en-ID" sz="1050" b="1" i="0">
              <a:solidFill>
                <a:schemeClr val="bg1"/>
              </a:solidFill>
              <a:latin typeface="Inter" panose="02000503000000020004" pitchFamily="2" charset="0"/>
              <a:ea typeface="Inter" panose="02000503000000020004" pitchFamily="2" charset="0"/>
            </a:endParaRPr>
          </a:p>
        </p:txBody>
      </p:sp>
      <p:sp>
        <p:nvSpPr>
          <p:cNvPr id="9" name="Text Placeholder 5">
            <a:extLst>
              <a:ext uri="{FF2B5EF4-FFF2-40B4-BE49-F238E27FC236}">
                <a16:creationId xmlns:a16="http://schemas.microsoft.com/office/drawing/2014/main" id="{209311B8-C49A-5A7A-CD17-7A21871752C6}"/>
              </a:ext>
            </a:extLst>
          </p:cNvPr>
          <p:cNvSpPr>
            <a:spLocks noGrp="1"/>
          </p:cNvSpPr>
          <p:nvPr>
            <p:ph type="body" sz="quarter" idx="18" hasCustomPrompt="1"/>
          </p:nvPr>
        </p:nvSpPr>
        <p:spPr>
          <a:xfrm>
            <a:off x="384753" y="1088932"/>
            <a:ext cx="11421379" cy="333375"/>
          </a:xfrm>
          <a:prstGeom prst="rect">
            <a:avLst/>
          </a:prstGeom>
          <a:solidFill>
            <a:schemeClr val="tx2"/>
          </a:solidFill>
          <a:effectLst/>
        </p:spPr>
        <p:txBody>
          <a:bodyPr anchor="ctr"/>
          <a:lstStyle>
            <a:lvl1pPr algn="ctr">
              <a:buNone/>
              <a:defRPr sz="1600" b="1" i="0">
                <a:solidFill>
                  <a:schemeClr val="bg1"/>
                </a:solidFill>
                <a:latin typeface="Inter" panose="02000503000000020004" pitchFamily="2" charset="0"/>
                <a:ea typeface="Inter" panose="02000503000000020004" pitchFamily="2" charset="0"/>
              </a:defRPr>
            </a:lvl1pPr>
          </a:lstStyle>
          <a:p>
            <a:pPr lvl="0"/>
            <a:r>
              <a:rPr lang="en-US"/>
              <a:t>Heading 1</a:t>
            </a:r>
          </a:p>
        </p:txBody>
      </p:sp>
      <p:sp>
        <p:nvSpPr>
          <p:cNvPr id="10" name="Text Placeholder 15">
            <a:extLst>
              <a:ext uri="{FF2B5EF4-FFF2-40B4-BE49-F238E27FC236}">
                <a16:creationId xmlns:a16="http://schemas.microsoft.com/office/drawing/2014/main" id="{2D2FD168-AF06-58B6-61C8-B3D4DEC69C14}"/>
              </a:ext>
            </a:extLst>
          </p:cNvPr>
          <p:cNvSpPr>
            <a:spLocks noGrp="1"/>
          </p:cNvSpPr>
          <p:nvPr>
            <p:ph type="body" sz="quarter" idx="24"/>
          </p:nvPr>
        </p:nvSpPr>
        <p:spPr>
          <a:xfrm>
            <a:off x="384753" y="1544662"/>
            <a:ext cx="11421379" cy="4224406"/>
          </a:xfrm>
          <a:prstGeom prst="rect">
            <a:avLst/>
          </a:prstGeom>
        </p:spPr>
        <p:txBody>
          <a:bodyPr/>
          <a:lstStyle>
            <a:lvl1pPr>
              <a:defRPr sz="1800" b="1">
                <a:solidFill>
                  <a:schemeClr val="accent3"/>
                </a:solidFill>
                <a:latin typeface="Inter" panose="02000503000000020004" pitchFamily="2" charset="0"/>
                <a:ea typeface="Inter" panose="02000503000000020004" pitchFamily="2" charset="0"/>
              </a:defRPr>
            </a:lvl1pPr>
            <a:lvl3pPr marL="594360">
              <a:defRPr sz="1600">
                <a:latin typeface="Inter" panose="02000503000000020004" pitchFamily="2" charset="0"/>
                <a:ea typeface="Inter" panose="02000503000000020004" pitchFamily="2" charset="0"/>
              </a:defRPr>
            </a:lvl3pPr>
            <a:lvl4pPr marL="868680">
              <a:defRPr sz="1600">
                <a:latin typeface="Inter" panose="02000503000000020004" pitchFamily="2" charset="0"/>
                <a:ea typeface="Inter" panose="02000503000000020004" pitchFamily="2" charset="0"/>
              </a:defRPr>
            </a:lvl4pPr>
            <a:lvl5pPr marL="1143000">
              <a:defRPr sz="1600">
                <a:latin typeface="Inter" panose="02000503000000020004" pitchFamily="2" charset="0"/>
                <a:ea typeface="Inter" panose="02000503000000020004" pitchFamily="2" charset="0"/>
              </a:defRPr>
            </a:lvl5pPr>
            <a:lvl6pPr marL="808038" indent="-222250">
              <a:tabLst/>
              <a:defRPr sz="1200"/>
            </a:lvl6pPr>
          </a:lstStyle>
          <a:p>
            <a:pPr lvl="0"/>
            <a:r>
              <a:rPr lang="en-US"/>
              <a:t>Click to edit Master text styles</a:t>
            </a:r>
          </a:p>
          <a:p>
            <a:pPr lvl="2"/>
            <a:r>
              <a:rPr lang="en-US"/>
              <a:t>Bullet 1</a:t>
            </a:r>
          </a:p>
          <a:p>
            <a:pPr lvl="3"/>
            <a:r>
              <a:rPr lang="en-US"/>
              <a:t>Bullet 2</a:t>
            </a:r>
          </a:p>
          <a:p>
            <a:pPr lvl="4"/>
            <a:r>
              <a:rPr lang="en-US"/>
              <a:t>Bullet 3</a:t>
            </a:r>
          </a:p>
        </p:txBody>
      </p:sp>
    </p:spTree>
    <p:extLst>
      <p:ext uri="{BB962C8B-B14F-4D97-AF65-F5344CB8AC3E}">
        <p14:creationId xmlns:p14="http://schemas.microsoft.com/office/powerpoint/2010/main" val="3678422132"/>
      </p:ext>
    </p:extLst>
  </p:cSld>
  <p:clrMapOvr>
    <a:masterClrMapping/>
  </p:clrMapOvr>
  <p:extLst>
    <p:ext uri="{DCECCB84-F9BA-43D5-87BE-67443E8EF086}">
      <p15:sldGuideLst xmlns:p15="http://schemas.microsoft.com/office/powerpoint/2012/main">
        <p15:guide id="1" orient="horz" pos="3648" userDrawn="1">
          <p15:clr>
            <a:srgbClr val="FBAE40"/>
          </p15:clr>
        </p15:guide>
        <p15:guide id="2" orient="horz" pos="672"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 column with footer">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83DD5B8-8EDF-54D7-160F-6D33E4A3EA97}"/>
              </a:ext>
            </a:extLst>
          </p:cNvPr>
          <p:cNvPicPr>
            <a:picLocks noChangeAspect="1"/>
          </p:cNvPicPr>
          <p:nvPr userDrawn="1"/>
        </p:nvPicPr>
        <p:blipFill>
          <a:blip r:embed="rId2"/>
          <a:stretch>
            <a:fillRect/>
          </a:stretch>
        </p:blipFill>
        <p:spPr>
          <a:xfrm>
            <a:off x="0" y="0"/>
            <a:ext cx="12192000" cy="6858000"/>
          </a:xfrm>
          <a:prstGeom prst="rect">
            <a:avLst/>
          </a:prstGeom>
        </p:spPr>
      </p:pic>
      <p:cxnSp>
        <p:nvCxnSpPr>
          <p:cNvPr id="5" name="Straight Connector 4">
            <a:extLst>
              <a:ext uri="{FF2B5EF4-FFF2-40B4-BE49-F238E27FC236}">
                <a16:creationId xmlns:a16="http://schemas.microsoft.com/office/drawing/2014/main" id="{71D409C2-35F5-9644-0CC6-E2C919EA45F6}"/>
              </a:ext>
              <a:ext uri="{C183D7F6-B498-43B3-948B-1728B52AA6E4}">
                <adec:decorative xmlns:adec="http://schemas.microsoft.com/office/drawing/2017/decorative" val="1"/>
              </a:ext>
            </a:extLst>
          </p:cNvPr>
          <p:cNvCxnSpPr>
            <a:cxnSpLocks/>
          </p:cNvCxnSpPr>
          <p:nvPr userDrawn="1"/>
        </p:nvCxnSpPr>
        <p:spPr>
          <a:xfrm>
            <a:off x="374815" y="190006"/>
            <a:ext cx="0" cy="499625"/>
          </a:xfrm>
          <a:prstGeom prst="line">
            <a:avLst/>
          </a:prstGeom>
          <a:ln w="12700" cap="rnd">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itle 4">
            <a:extLst>
              <a:ext uri="{FF2B5EF4-FFF2-40B4-BE49-F238E27FC236}">
                <a16:creationId xmlns:a16="http://schemas.microsoft.com/office/drawing/2014/main" id="{A9EAAECC-F0A9-C1FE-7F65-2E358CB33A0E}"/>
              </a:ext>
            </a:extLst>
          </p:cNvPr>
          <p:cNvSpPr>
            <a:spLocks noGrp="1"/>
          </p:cNvSpPr>
          <p:nvPr>
            <p:ph type="title" hasCustomPrompt="1"/>
          </p:nvPr>
        </p:nvSpPr>
        <p:spPr>
          <a:xfrm>
            <a:off x="571502" y="140230"/>
            <a:ext cx="11245354" cy="643541"/>
          </a:xfrm>
          <a:prstGeom prst="rect">
            <a:avLst/>
          </a:prstGeom>
          <a:ln>
            <a:noFill/>
          </a:ln>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2400" b="1" i="0" kern="1200">
                <a:solidFill>
                  <a:schemeClr val="tx1"/>
                </a:solidFill>
                <a:latin typeface="Inter" panose="02000503000000020004" pitchFamily="2" charset="0"/>
                <a:ea typeface="Inter" panose="02000503000000020004" pitchFamily="2" charset="0"/>
                <a:cs typeface="Calibri" panose="020F0502020204030204" pitchFamily="34" charset="0"/>
              </a:defRPr>
            </a:lvl1pPr>
          </a:lstStyle>
          <a:p>
            <a:r>
              <a:rPr lang="en-US"/>
              <a:t>Click to edit title</a:t>
            </a:r>
          </a:p>
        </p:txBody>
      </p:sp>
      <p:sp>
        <p:nvSpPr>
          <p:cNvPr id="3" name="Text Placeholder 15">
            <a:extLst>
              <a:ext uri="{FF2B5EF4-FFF2-40B4-BE49-F238E27FC236}">
                <a16:creationId xmlns:a16="http://schemas.microsoft.com/office/drawing/2014/main" id="{5887748E-2AAB-55F4-42E7-8FAB142B37EF}"/>
              </a:ext>
            </a:extLst>
          </p:cNvPr>
          <p:cNvSpPr>
            <a:spLocks noGrp="1"/>
          </p:cNvSpPr>
          <p:nvPr>
            <p:ph type="body" sz="quarter" idx="26"/>
          </p:nvPr>
        </p:nvSpPr>
        <p:spPr>
          <a:xfrm>
            <a:off x="6470024" y="1578333"/>
            <a:ext cx="5336192" cy="4190735"/>
          </a:xfrm>
          <a:prstGeom prst="rect">
            <a:avLst/>
          </a:prstGeom>
        </p:spPr>
        <p:txBody>
          <a:bodyPr/>
          <a:lstStyle>
            <a:lvl1pPr>
              <a:defRPr sz="1800" b="1">
                <a:solidFill>
                  <a:schemeClr val="accent3"/>
                </a:solidFill>
              </a:defRPr>
            </a:lvl1pPr>
            <a:lvl3pPr marL="594360">
              <a:defRPr sz="1600"/>
            </a:lvl3pPr>
            <a:lvl4pPr marL="868680">
              <a:defRPr sz="1600"/>
            </a:lvl4pPr>
            <a:lvl5pPr marL="1143000">
              <a:defRPr sz="1600"/>
            </a:lvl5pPr>
            <a:lvl6pPr marL="808038" indent="-222250">
              <a:tabLst/>
              <a:defRPr sz="1200"/>
            </a:lvl6pPr>
          </a:lstStyle>
          <a:p>
            <a:pPr lvl="0"/>
            <a:r>
              <a:rPr lang="en-US"/>
              <a:t>Click to edit Master text styles</a:t>
            </a:r>
          </a:p>
          <a:p>
            <a:pPr lvl="2"/>
            <a:r>
              <a:rPr lang="en-US"/>
              <a:t>Bullet 1</a:t>
            </a:r>
          </a:p>
          <a:p>
            <a:pPr lvl="3"/>
            <a:r>
              <a:rPr lang="en-US"/>
              <a:t>Bullet 2</a:t>
            </a:r>
          </a:p>
          <a:p>
            <a:pPr lvl="4"/>
            <a:r>
              <a:rPr lang="en-US"/>
              <a:t>Bullet 3</a:t>
            </a:r>
          </a:p>
        </p:txBody>
      </p:sp>
      <p:sp>
        <p:nvSpPr>
          <p:cNvPr id="4" name="Text Placeholder 5">
            <a:extLst>
              <a:ext uri="{FF2B5EF4-FFF2-40B4-BE49-F238E27FC236}">
                <a16:creationId xmlns:a16="http://schemas.microsoft.com/office/drawing/2014/main" id="{E287079E-3887-F24B-3806-7974A1467CCC}"/>
              </a:ext>
            </a:extLst>
          </p:cNvPr>
          <p:cNvSpPr>
            <a:spLocks noGrp="1"/>
          </p:cNvSpPr>
          <p:nvPr>
            <p:ph type="body" sz="quarter" idx="18" hasCustomPrompt="1"/>
          </p:nvPr>
        </p:nvSpPr>
        <p:spPr>
          <a:xfrm>
            <a:off x="384671" y="1068313"/>
            <a:ext cx="5336192" cy="333375"/>
          </a:xfrm>
          <a:prstGeom prst="rect">
            <a:avLst/>
          </a:prstGeom>
          <a:solidFill>
            <a:schemeClr val="tx2"/>
          </a:solidFill>
          <a:effectLst/>
        </p:spPr>
        <p:txBody>
          <a:bodyPr anchor="ctr"/>
          <a:lstStyle>
            <a:lvl1pPr algn="ctr">
              <a:buNone/>
              <a:defRPr sz="1600" b="1" i="0">
                <a:solidFill>
                  <a:schemeClr val="bg1"/>
                </a:solidFill>
                <a:latin typeface="+mj-lt"/>
              </a:defRPr>
            </a:lvl1pPr>
          </a:lstStyle>
          <a:p>
            <a:pPr lvl="0"/>
            <a:r>
              <a:rPr lang="en-US"/>
              <a:t>Heading 1</a:t>
            </a:r>
          </a:p>
        </p:txBody>
      </p:sp>
      <p:sp>
        <p:nvSpPr>
          <p:cNvPr id="9" name="Text Placeholder 15">
            <a:extLst>
              <a:ext uri="{FF2B5EF4-FFF2-40B4-BE49-F238E27FC236}">
                <a16:creationId xmlns:a16="http://schemas.microsoft.com/office/drawing/2014/main" id="{F1E6B505-F8C2-F874-F42E-4952EB3BF5E9}"/>
              </a:ext>
            </a:extLst>
          </p:cNvPr>
          <p:cNvSpPr>
            <a:spLocks noGrp="1"/>
          </p:cNvSpPr>
          <p:nvPr>
            <p:ph type="body" sz="quarter" idx="24"/>
          </p:nvPr>
        </p:nvSpPr>
        <p:spPr>
          <a:xfrm>
            <a:off x="384754" y="1578333"/>
            <a:ext cx="5336109" cy="4190735"/>
          </a:xfrm>
          <a:prstGeom prst="rect">
            <a:avLst/>
          </a:prstGeom>
        </p:spPr>
        <p:txBody>
          <a:bodyPr/>
          <a:lstStyle>
            <a:lvl1pPr>
              <a:defRPr sz="1800" b="1">
                <a:solidFill>
                  <a:schemeClr val="accent3"/>
                </a:solidFill>
              </a:defRPr>
            </a:lvl1pPr>
            <a:lvl3pPr marL="594360">
              <a:defRPr sz="1600"/>
            </a:lvl3pPr>
            <a:lvl4pPr marL="868680">
              <a:defRPr sz="1600"/>
            </a:lvl4pPr>
            <a:lvl5pPr marL="1143000">
              <a:defRPr sz="1600"/>
            </a:lvl5pPr>
            <a:lvl6pPr marL="808038" indent="-222250">
              <a:tabLst/>
              <a:defRPr sz="1200"/>
            </a:lvl6pPr>
          </a:lstStyle>
          <a:p>
            <a:pPr lvl="0"/>
            <a:r>
              <a:rPr lang="en-US"/>
              <a:t>Click to edit Master text styles</a:t>
            </a:r>
          </a:p>
          <a:p>
            <a:pPr lvl="2"/>
            <a:r>
              <a:rPr lang="en-US"/>
              <a:t>Bullet 1</a:t>
            </a:r>
          </a:p>
          <a:p>
            <a:pPr lvl="3"/>
            <a:r>
              <a:rPr lang="en-US"/>
              <a:t>Bullet 2</a:t>
            </a:r>
          </a:p>
          <a:p>
            <a:pPr lvl="4"/>
            <a:r>
              <a:rPr lang="en-US"/>
              <a:t>Bullet 3</a:t>
            </a:r>
          </a:p>
        </p:txBody>
      </p:sp>
      <p:sp>
        <p:nvSpPr>
          <p:cNvPr id="10" name="Text Placeholder 5">
            <a:extLst>
              <a:ext uri="{FF2B5EF4-FFF2-40B4-BE49-F238E27FC236}">
                <a16:creationId xmlns:a16="http://schemas.microsoft.com/office/drawing/2014/main" id="{74E3EEF6-5749-7BF6-0A29-1CD53E46E0FF}"/>
              </a:ext>
            </a:extLst>
          </p:cNvPr>
          <p:cNvSpPr>
            <a:spLocks noGrp="1"/>
          </p:cNvSpPr>
          <p:nvPr>
            <p:ph type="body" sz="quarter" idx="20" hasCustomPrompt="1"/>
          </p:nvPr>
        </p:nvSpPr>
        <p:spPr>
          <a:xfrm>
            <a:off x="6470024" y="1065066"/>
            <a:ext cx="5336192" cy="333375"/>
          </a:xfrm>
          <a:prstGeom prst="rect">
            <a:avLst/>
          </a:prstGeom>
          <a:solidFill>
            <a:schemeClr val="tx2"/>
          </a:solidFill>
          <a:effectLst/>
        </p:spPr>
        <p:txBody>
          <a:bodyPr anchor="ctr"/>
          <a:lstStyle>
            <a:lvl1pPr algn="ctr">
              <a:buNone/>
              <a:defRPr sz="1600" b="1" i="0">
                <a:solidFill>
                  <a:schemeClr val="bg1"/>
                </a:solidFill>
                <a:latin typeface="+mj-lt"/>
              </a:defRPr>
            </a:lvl1pPr>
          </a:lstStyle>
          <a:p>
            <a:pPr lvl="0"/>
            <a:r>
              <a:rPr lang="en-US"/>
              <a:t>Heading 2</a:t>
            </a:r>
          </a:p>
        </p:txBody>
      </p:sp>
      <p:cxnSp>
        <p:nvCxnSpPr>
          <p:cNvPr id="11" name="Straight Connector 10">
            <a:extLst>
              <a:ext uri="{FF2B5EF4-FFF2-40B4-BE49-F238E27FC236}">
                <a16:creationId xmlns:a16="http://schemas.microsoft.com/office/drawing/2014/main" id="{BA4588A9-CEB9-FCDD-E7C3-27A62BD80150}"/>
              </a:ext>
              <a:ext uri="{C183D7F6-B498-43B3-948B-1728B52AA6E4}">
                <adec:decorative xmlns:adec="http://schemas.microsoft.com/office/drawing/2017/decorative" val="1"/>
              </a:ext>
            </a:extLst>
          </p:cNvPr>
          <p:cNvCxnSpPr>
            <a:cxnSpLocks/>
          </p:cNvCxnSpPr>
          <p:nvPr userDrawn="1"/>
        </p:nvCxnSpPr>
        <p:spPr>
          <a:xfrm>
            <a:off x="6096000" y="1068313"/>
            <a:ext cx="0" cy="4700755"/>
          </a:xfrm>
          <a:prstGeom prst="line">
            <a:avLst/>
          </a:prstGeom>
          <a:ln w="12700" cap="rnd">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 name="SlideNo">
            <a:extLst>
              <a:ext uri="{FF2B5EF4-FFF2-40B4-BE49-F238E27FC236}">
                <a16:creationId xmlns:a16="http://schemas.microsoft.com/office/drawing/2014/main" id="{30A4E5E2-B528-BE14-6059-49E12540B57F}"/>
              </a:ext>
            </a:extLst>
          </p:cNvPr>
          <p:cNvSpPr txBox="1">
            <a:spLocks/>
          </p:cNvSpPr>
          <p:nvPr userDrawn="1"/>
        </p:nvSpPr>
        <p:spPr>
          <a:xfrm>
            <a:off x="11350046" y="6417917"/>
            <a:ext cx="457200" cy="215252"/>
          </a:xfrm>
          <a:prstGeom prst="rect">
            <a:avLst/>
          </a:prstGeom>
          <a:noFill/>
        </p:spPr>
        <p:txBody>
          <a:bodyPr wrap="square" lIns="0" tIns="0" rIns="0" bIns="0" rtlCol="0" anchor="ctr">
            <a:spAutoFit/>
          </a:bodyPr>
          <a:lstStyle>
            <a:defPPr>
              <a:defRPr lang="en-US"/>
            </a:defPPr>
            <a:lvl1pPr marL="0" algn="ctr" defTabSz="457200" rtl="0" eaLnBrk="1" latinLnBrk="0" hangingPunct="1">
              <a:defRPr lang="en-ID" sz="1400" kern="1200" smtClean="0">
                <a:solidFill>
                  <a:schemeClr val="tx1">
                    <a:lumMod val="50000"/>
                    <a:lumOff val="50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457200" rtl="0" eaLnBrk="1" fontAlgn="auto" latinLnBrk="0" hangingPunct="1">
              <a:lnSpc>
                <a:spcPct val="150000"/>
              </a:lnSpc>
              <a:spcBef>
                <a:spcPts val="0"/>
              </a:spcBef>
              <a:spcAft>
                <a:spcPts val="0"/>
              </a:spcAft>
              <a:buClrTx/>
              <a:buSzTx/>
              <a:buFontTx/>
              <a:buNone/>
              <a:tabLst/>
              <a:defRPr/>
            </a:pPr>
            <a:fld id="{F2030FAF-A4A4-40ED-9EAC-96740896EED7}" type="slidenum">
              <a:rPr lang="en-ID" sz="1050" b="1" i="0" smtClean="0">
                <a:solidFill>
                  <a:schemeClr val="bg1"/>
                </a:solidFill>
                <a:latin typeface="Inter" panose="02000503000000020004" pitchFamily="2" charset="0"/>
                <a:ea typeface="Inter" panose="02000503000000020004" pitchFamily="2" charset="0"/>
              </a:rPr>
              <a:pPr marL="0" marR="0" lvl="0" indent="0" algn="r" defTabSz="457200" rtl="0" eaLnBrk="1" fontAlgn="auto" latinLnBrk="0" hangingPunct="1">
                <a:lnSpc>
                  <a:spcPct val="150000"/>
                </a:lnSpc>
                <a:spcBef>
                  <a:spcPts val="0"/>
                </a:spcBef>
                <a:spcAft>
                  <a:spcPts val="0"/>
                </a:spcAft>
                <a:buClrTx/>
                <a:buSzTx/>
                <a:buFontTx/>
                <a:buNone/>
                <a:tabLst/>
                <a:defRPr/>
              </a:pPr>
              <a:t>‹#›</a:t>
            </a:fld>
            <a:endParaRPr lang="en-ID" sz="1050" b="1" i="0">
              <a:solidFill>
                <a:schemeClr val="bg1"/>
              </a:solidFill>
              <a:latin typeface="Inter" panose="02000503000000020004" pitchFamily="2" charset="0"/>
              <a:ea typeface="Inter" panose="02000503000000020004" pitchFamily="2" charset="0"/>
            </a:endParaRPr>
          </a:p>
        </p:txBody>
      </p:sp>
    </p:spTree>
    <p:extLst>
      <p:ext uri="{BB962C8B-B14F-4D97-AF65-F5344CB8AC3E}">
        <p14:creationId xmlns:p14="http://schemas.microsoft.com/office/powerpoint/2010/main" val="19448382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 column with intro text and footer">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E640BE3-755D-68E4-0392-8B94ABB09AC3}"/>
              </a:ext>
            </a:extLst>
          </p:cNvPr>
          <p:cNvPicPr>
            <a:picLocks noChangeAspect="1"/>
          </p:cNvPicPr>
          <p:nvPr userDrawn="1"/>
        </p:nvPicPr>
        <p:blipFill>
          <a:blip r:embed="rId2"/>
          <a:stretch>
            <a:fillRect/>
          </a:stretch>
        </p:blipFill>
        <p:spPr>
          <a:xfrm>
            <a:off x="0" y="0"/>
            <a:ext cx="12192000" cy="6858000"/>
          </a:xfrm>
          <a:prstGeom prst="rect">
            <a:avLst/>
          </a:prstGeom>
        </p:spPr>
      </p:pic>
      <p:cxnSp>
        <p:nvCxnSpPr>
          <p:cNvPr id="5" name="Straight Connector 4">
            <a:extLst>
              <a:ext uri="{FF2B5EF4-FFF2-40B4-BE49-F238E27FC236}">
                <a16:creationId xmlns:a16="http://schemas.microsoft.com/office/drawing/2014/main" id="{71D409C2-35F5-9644-0CC6-E2C919EA45F6}"/>
              </a:ext>
              <a:ext uri="{C183D7F6-B498-43B3-948B-1728B52AA6E4}">
                <adec:decorative xmlns:adec="http://schemas.microsoft.com/office/drawing/2017/decorative" val="1"/>
              </a:ext>
            </a:extLst>
          </p:cNvPr>
          <p:cNvCxnSpPr>
            <a:cxnSpLocks/>
          </p:cNvCxnSpPr>
          <p:nvPr userDrawn="1"/>
        </p:nvCxnSpPr>
        <p:spPr>
          <a:xfrm>
            <a:off x="374815" y="190006"/>
            <a:ext cx="0" cy="499625"/>
          </a:xfrm>
          <a:prstGeom prst="line">
            <a:avLst/>
          </a:prstGeom>
          <a:ln w="12700" cap="rnd">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itle 4">
            <a:extLst>
              <a:ext uri="{FF2B5EF4-FFF2-40B4-BE49-F238E27FC236}">
                <a16:creationId xmlns:a16="http://schemas.microsoft.com/office/drawing/2014/main" id="{A9EAAECC-F0A9-C1FE-7F65-2E358CB33A0E}"/>
              </a:ext>
            </a:extLst>
          </p:cNvPr>
          <p:cNvSpPr>
            <a:spLocks noGrp="1"/>
          </p:cNvSpPr>
          <p:nvPr>
            <p:ph type="title" hasCustomPrompt="1"/>
          </p:nvPr>
        </p:nvSpPr>
        <p:spPr>
          <a:xfrm>
            <a:off x="571502" y="140230"/>
            <a:ext cx="11245354" cy="643541"/>
          </a:xfrm>
          <a:prstGeom prst="rect">
            <a:avLst/>
          </a:prstGeom>
          <a:ln>
            <a:noFill/>
          </a:ln>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2400" b="1" i="0" kern="1200">
                <a:solidFill>
                  <a:schemeClr val="tx1"/>
                </a:solidFill>
                <a:latin typeface="Inter" panose="02000503000000020004" pitchFamily="2" charset="0"/>
                <a:ea typeface="Inter" panose="02000503000000020004" pitchFamily="2" charset="0"/>
                <a:cs typeface="Calibri" panose="020F0502020204030204" pitchFamily="34" charset="0"/>
              </a:defRPr>
            </a:lvl1pPr>
          </a:lstStyle>
          <a:p>
            <a:r>
              <a:rPr lang="en-US"/>
              <a:t>Click to edit title</a:t>
            </a:r>
          </a:p>
        </p:txBody>
      </p:sp>
      <p:sp>
        <p:nvSpPr>
          <p:cNvPr id="12" name="Text Placeholder 2">
            <a:extLst>
              <a:ext uri="{FF2B5EF4-FFF2-40B4-BE49-F238E27FC236}">
                <a16:creationId xmlns:a16="http://schemas.microsoft.com/office/drawing/2014/main" id="{5D14FEF4-77AB-326F-B37A-96B9942FDD48}"/>
              </a:ext>
            </a:extLst>
          </p:cNvPr>
          <p:cNvSpPr>
            <a:spLocks noGrp="1"/>
          </p:cNvSpPr>
          <p:nvPr>
            <p:ph type="body" sz="quarter" idx="21" hasCustomPrompt="1"/>
          </p:nvPr>
        </p:nvSpPr>
        <p:spPr>
          <a:xfrm>
            <a:off x="384754" y="1088932"/>
            <a:ext cx="11421379" cy="434182"/>
          </a:xfrm>
          <a:prstGeom prst="rect">
            <a:avLst/>
          </a:prstGeom>
        </p:spPr>
        <p:txBody>
          <a:bodyPr>
            <a:normAutofit/>
          </a:bodyPr>
          <a:lstStyle>
            <a:lvl1pPr>
              <a:buNone/>
              <a:defRPr sz="1800" b="0">
                <a:solidFill>
                  <a:schemeClr val="accent3"/>
                </a:solidFill>
                <a:latin typeface="Inter" panose="02000503000000020004" pitchFamily="2" charset="0"/>
                <a:ea typeface="Inter" panose="02000503000000020004" pitchFamily="2" charset="0"/>
                <a:cs typeface="InaiMathi" pitchFamily="2" charset="0"/>
              </a:defRPr>
            </a:lvl1pPr>
            <a:lvl2pPr marL="465138" indent="-238125">
              <a:tabLst/>
              <a:defRPr sz="1400">
                <a:latin typeface="Work Sans" pitchFamily="2" charset="77"/>
              </a:defRPr>
            </a:lvl2pPr>
            <a:lvl3pPr marL="922338" indent="-238125">
              <a:tabLst/>
              <a:defRPr sz="1400">
                <a:latin typeface="Work Sans" pitchFamily="2" charset="77"/>
              </a:defRPr>
            </a:lvl3pPr>
          </a:lstStyle>
          <a:p>
            <a:r>
              <a:rPr lang="en-US"/>
              <a:t>Subheading</a:t>
            </a:r>
          </a:p>
        </p:txBody>
      </p:sp>
      <p:sp>
        <p:nvSpPr>
          <p:cNvPr id="13" name="Text Placeholder 5">
            <a:extLst>
              <a:ext uri="{FF2B5EF4-FFF2-40B4-BE49-F238E27FC236}">
                <a16:creationId xmlns:a16="http://schemas.microsoft.com/office/drawing/2014/main" id="{D6F1F7B2-6968-B26F-C8A9-4A0824DF1824}"/>
              </a:ext>
            </a:extLst>
          </p:cNvPr>
          <p:cNvSpPr>
            <a:spLocks noGrp="1"/>
          </p:cNvSpPr>
          <p:nvPr>
            <p:ph type="body" sz="quarter" idx="18" hasCustomPrompt="1"/>
          </p:nvPr>
        </p:nvSpPr>
        <p:spPr>
          <a:xfrm>
            <a:off x="384754" y="1615665"/>
            <a:ext cx="5336108" cy="333375"/>
          </a:xfrm>
          <a:prstGeom prst="rect">
            <a:avLst/>
          </a:prstGeom>
          <a:solidFill>
            <a:schemeClr val="tx2"/>
          </a:solidFill>
          <a:effectLst/>
        </p:spPr>
        <p:txBody>
          <a:bodyPr anchor="ctr"/>
          <a:lstStyle>
            <a:lvl1pPr algn="ctr">
              <a:buNone/>
              <a:defRPr sz="1600" b="1" i="0">
                <a:solidFill>
                  <a:schemeClr val="bg1"/>
                </a:solidFill>
                <a:latin typeface="Inter" panose="02000503000000020004" pitchFamily="2" charset="0"/>
                <a:ea typeface="Inter" panose="02000503000000020004" pitchFamily="2" charset="0"/>
              </a:defRPr>
            </a:lvl1pPr>
          </a:lstStyle>
          <a:p>
            <a:pPr lvl="0"/>
            <a:r>
              <a:rPr lang="en-US"/>
              <a:t>Heading 1</a:t>
            </a:r>
          </a:p>
        </p:txBody>
      </p:sp>
      <p:sp>
        <p:nvSpPr>
          <p:cNvPr id="14" name="Text Placeholder 5">
            <a:extLst>
              <a:ext uri="{FF2B5EF4-FFF2-40B4-BE49-F238E27FC236}">
                <a16:creationId xmlns:a16="http://schemas.microsoft.com/office/drawing/2014/main" id="{96B11191-0ABF-32C1-0D0F-BEF88C418D36}"/>
              </a:ext>
            </a:extLst>
          </p:cNvPr>
          <p:cNvSpPr>
            <a:spLocks noGrp="1"/>
          </p:cNvSpPr>
          <p:nvPr>
            <p:ph type="body" sz="quarter" idx="20" hasCustomPrompt="1"/>
          </p:nvPr>
        </p:nvSpPr>
        <p:spPr>
          <a:xfrm>
            <a:off x="6470026" y="1612418"/>
            <a:ext cx="5336108" cy="333375"/>
          </a:xfrm>
          <a:prstGeom prst="rect">
            <a:avLst/>
          </a:prstGeom>
          <a:solidFill>
            <a:schemeClr val="tx2"/>
          </a:solidFill>
          <a:effectLst/>
        </p:spPr>
        <p:txBody>
          <a:bodyPr anchor="ctr"/>
          <a:lstStyle>
            <a:lvl1pPr algn="ctr">
              <a:buNone/>
              <a:defRPr sz="1600" b="1" i="0">
                <a:solidFill>
                  <a:schemeClr val="bg1"/>
                </a:solidFill>
                <a:latin typeface="Inter" panose="02000503000000020004" pitchFamily="2" charset="0"/>
                <a:ea typeface="Inter" panose="02000503000000020004" pitchFamily="2" charset="0"/>
              </a:defRPr>
            </a:lvl1pPr>
          </a:lstStyle>
          <a:p>
            <a:pPr lvl="0"/>
            <a:r>
              <a:rPr lang="en-US"/>
              <a:t>Heading 2</a:t>
            </a:r>
          </a:p>
        </p:txBody>
      </p:sp>
      <p:sp>
        <p:nvSpPr>
          <p:cNvPr id="15" name="Text Placeholder 15">
            <a:extLst>
              <a:ext uri="{FF2B5EF4-FFF2-40B4-BE49-F238E27FC236}">
                <a16:creationId xmlns:a16="http://schemas.microsoft.com/office/drawing/2014/main" id="{CB311164-4D6C-BF8B-CFBA-7A8CA4CC17C3}"/>
              </a:ext>
            </a:extLst>
          </p:cNvPr>
          <p:cNvSpPr>
            <a:spLocks noGrp="1"/>
          </p:cNvSpPr>
          <p:nvPr>
            <p:ph type="body" sz="quarter" idx="26"/>
          </p:nvPr>
        </p:nvSpPr>
        <p:spPr>
          <a:xfrm>
            <a:off x="6470026" y="2071395"/>
            <a:ext cx="5336190" cy="3697674"/>
          </a:xfrm>
          <a:prstGeom prst="rect">
            <a:avLst/>
          </a:prstGeom>
        </p:spPr>
        <p:txBody>
          <a:bodyPr/>
          <a:lstStyle>
            <a:lvl1pPr>
              <a:defRPr sz="1800" b="1">
                <a:solidFill>
                  <a:schemeClr val="accent3"/>
                </a:solidFill>
                <a:latin typeface="Inter" panose="02000503000000020004" pitchFamily="2" charset="0"/>
                <a:ea typeface="Inter" panose="02000503000000020004" pitchFamily="2" charset="0"/>
              </a:defRPr>
            </a:lvl1pPr>
            <a:lvl3pPr marL="594360">
              <a:defRPr sz="1600">
                <a:latin typeface="Inter" panose="02000503000000020004" pitchFamily="2" charset="0"/>
                <a:ea typeface="Inter" panose="02000503000000020004" pitchFamily="2" charset="0"/>
              </a:defRPr>
            </a:lvl3pPr>
            <a:lvl4pPr marL="868680">
              <a:defRPr sz="1600">
                <a:latin typeface="Inter" panose="02000503000000020004" pitchFamily="2" charset="0"/>
                <a:ea typeface="Inter" panose="02000503000000020004" pitchFamily="2" charset="0"/>
              </a:defRPr>
            </a:lvl4pPr>
            <a:lvl5pPr marL="1143000">
              <a:defRPr sz="1600">
                <a:latin typeface="Inter" panose="02000503000000020004" pitchFamily="2" charset="0"/>
                <a:ea typeface="Inter" panose="02000503000000020004" pitchFamily="2" charset="0"/>
              </a:defRPr>
            </a:lvl5pPr>
            <a:lvl6pPr marL="808038" indent="-222250">
              <a:tabLst/>
              <a:defRPr sz="1200"/>
            </a:lvl6pPr>
          </a:lstStyle>
          <a:p>
            <a:pPr lvl="0"/>
            <a:r>
              <a:rPr lang="en-US"/>
              <a:t>Click to edit Master text styles</a:t>
            </a:r>
          </a:p>
          <a:p>
            <a:pPr lvl="2"/>
            <a:r>
              <a:rPr lang="en-US"/>
              <a:t>Bullet 1</a:t>
            </a:r>
          </a:p>
          <a:p>
            <a:pPr lvl="3"/>
            <a:r>
              <a:rPr lang="en-US"/>
              <a:t>Bullet 2</a:t>
            </a:r>
          </a:p>
          <a:p>
            <a:pPr lvl="4"/>
            <a:r>
              <a:rPr lang="en-US"/>
              <a:t>Bullet 3</a:t>
            </a:r>
          </a:p>
        </p:txBody>
      </p:sp>
      <p:sp>
        <p:nvSpPr>
          <p:cNvPr id="16" name="Text Placeholder 15">
            <a:extLst>
              <a:ext uri="{FF2B5EF4-FFF2-40B4-BE49-F238E27FC236}">
                <a16:creationId xmlns:a16="http://schemas.microsoft.com/office/drawing/2014/main" id="{9BA2FB46-650B-4E4F-6721-9A7506B4648E}"/>
              </a:ext>
            </a:extLst>
          </p:cNvPr>
          <p:cNvSpPr>
            <a:spLocks noGrp="1"/>
          </p:cNvSpPr>
          <p:nvPr>
            <p:ph type="body" sz="quarter" idx="24"/>
          </p:nvPr>
        </p:nvSpPr>
        <p:spPr>
          <a:xfrm>
            <a:off x="384754" y="2071395"/>
            <a:ext cx="5336108" cy="3697674"/>
          </a:xfrm>
          <a:prstGeom prst="rect">
            <a:avLst/>
          </a:prstGeom>
        </p:spPr>
        <p:txBody>
          <a:bodyPr/>
          <a:lstStyle>
            <a:lvl1pPr>
              <a:defRPr sz="1800" b="1">
                <a:solidFill>
                  <a:schemeClr val="accent3"/>
                </a:solidFill>
                <a:latin typeface="Inter" panose="02000503000000020004" pitchFamily="2" charset="0"/>
                <a:ea typeface="Inter" panose="02000503000000020004" pitchFamily="2" charset="0"/>
              </a:defRPr>
            </a:lvl1pPr>
            <a:lvl3pPr marL="594360">
              <a:defRPr sz="1600">
                <a:latin typeface="Inter" panose="02000503000000020004" pitchFamily="2" charset="0"/>
                <a:ea typeface="Inter" panose="02000503000000020004" pitchFamily="2" charset="0"/>
              </a:defRPr>
            </a:lvl3pPr>
            <a:lvl4pPr marL="868680">
              <a:defRPr sz="1600">
                <a:latin typeface="Inter" panose="02000503000000020004" pitchFamily="2" charset="0"/>
                <a:ea typeface="Inter" panose="02000503000000020004" pitchFamily="2" charset="0"/>
              </a:defRPr>
            </a:lvl4pPr>
            <a:lvl5pPr marL="1143000">
              <a:defRPr sz="1600">
                <a:latin typeface="Inter" panose="02000503000000020004" pitchFamily="2" charset="0"/>
                <a:ea typeface="Inter" panose="02000503000000020004" pitchFamily="2" charset="0"/>
              </a:defRPr>
            </a:lvl5pPr>
            <a:lvl6pPr marL="808038" indent="-222250">
              <a:tabLst/>
              <a:defRPr sz="1200"/>
            </a:lvl6pPr>
          </a:lstStyle>
          <a:p>
            <a:pPr lvl="0"/>
            <a:r>
              <a:rPr lang="en-US"/>
              <a:t>Click to edit Master text styles</a:t>
            </a:r>
          </a:p>
          <a:p>
            <a:pPr lvl="2"/>
            <a:r>
              <a:rPr lang="en-US"/>
              <a:t>Bullet 1</a:t>
            </a:r>
          </a:p>
          <a:p>
            <a:pPr lvl="3"/>
            <a:r>
              <a:rPr lang="en-US"/>
              <a:t>Bullet 2</a:t>
            </a:r>
          </a:p>
          <a:p>
            <a:pPr lvl="4"/>
            <a:r>
              <a:rPr lang="en-US"/>
              <a:t>Bullet 3</a:t>
            </a:r>
          </a:p>
        </p:txBody>
      </p:sp>
      <p:cxnSp>
        <p:nvCxnSpPr>
          <p:cNvPr id="17" name="Straight Connector 16">
            <a:extLst>
              <a:ext uri="{FF2B5EF4-FFF2-40B4-BE49-F238E27FC236}">
                <a16:creationId xmlns:a16="http://schemas.microsoft.com/office/drawing/2014/main" id="{74E3C0EE-2E37-A749-45FF-25CA7458F54A}"/>
              </a:ext>
              <a:ext uri="{C183D7F6-B498-43B3-948B-1728B52AA6E4}">
                <adec:decorative xmlns:adec="http://schemas.microsoft.com/office/drawing/2017/decorative" val="1"/>
              </a:ext>
            </a:extLst>
          </p:cNvPr>
          <p:cNvCxnSpPr>
            <a:cxnSpLocks/>
          </p:cNvCxnSpPr>
          <p:nvPr userDrawn="1"/>
        </p:nvCxnSpPr>
        <p:spPr>
          <a:xfrm>
            <a:off x="6096000" y="1612418"/>
            <a:ext cx="0" cy="4156651"/>
          </a:xfrm>
          <a:prstGeom prst="line">
            <a:avLst/>
          </a:prstGeom>
          <a:ln w="12700" cap="rnd">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SlideNo">
            <a:extLst>
              <a:ext uri="{FF2B5EF4-FFF2-40B4-BE49-F238E27FC236}">
                <a16:creationId xmlns:a16="http://schemas.microsoft.com/office/drawing/2014/main" id="{38421263-546B-D45A-D197-054B03EC7344}"/>
              </a:ext>
            </a:extLst>
          </p:cNvPr>
          <p:cNvSpPr txBox="1">
            <a:spLocks/>
          </p:cNvSpPr>
          <p:nvPr userDrawn="1"/>
        </p:nvSpPr>
        <p:spPr>
          <a:xfrm>
            <a:off x="11350046" y="6417917"/>
            <a:ext cx="457200" cy="215252"/>
          </a:xfrm>
          <a:prstGeom prst="rect">
            <a:avLst/>
          </a:prstGeom>
          <a:noFill/>
        </p:spPr>
        <p:txBody>
          <a:bodyPr wrap="square" lIns="0" tIns="0" rIns="0" bIns="0" rtlCol="0" anchor="ctr">
            <a:spAutoFit/>
          </a:bodyPr>
          <a:lstStyle>
            <a:defPPr>
              <a:defRPr lang="en-US"/>
            </a:defPPr>
            <a:lvl1pPr marL="0" algn="ctr" defTabSz="457200" rtl="0" eaLnBrk="1" latinLnBrk="0" hangingPunct="1">
              <a:defRPr lang="en-ID" sz="1400" kern="1200" smtClean="0">
                <a:solidFill>
                  <a:schemeClr val="tx1">
                    <a:lumMod val="50000"/>
                    <a:lumOff val="50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457200" rtl="0" eaLnBrk="1" fontAlgn="auto" latinLnBrk="0" hangingPunct="1">
              <a:lnSpc>
                <a:spcPct val="150000"/>
              </a:lnSpc>
              <a:spcBef>
                <a:spcPts val="0"/>
              </a:spcBef>
              <a:spcAft>
                <a:spcPts val="0"/>
              </a:spcAft>
              <a:buClrTx/>
              <a:buSzTx/>
              <a:buFontTx/>
              <a:buNone/>
              <a:tabLst/>
              <a:defRPr/>
            </a:pPr>
            <a:fld id="{F2030FAF-A4A4-40ED-9EAC-96740896EED7}" type="slidenum">
              <a:rPr lang="en-ID" sz="1050" b="1" i="0" smtClean="0">
                <a:solidFill>
                  <a:schemeClr val="bg1"/>
                </a:solidFill>
                <a:latin typeface="Inter" panose="02000503000000020004" pitchFamily="2" charset="0"/>
                <a:ea typeface="Inter" panose="02000503000000020004" pitchFamily="2" charset="0"/>
              </a:rPr>
              <a:pPr marL="0" marR="0" lvl="0" indent="0" algn="r" defTabSz="457200" rtl="0" eaLnBrk="1" fontAlgn="auto" latinLnBrk="0" hangingPunct="1">
                <a:lnSpc>
                  <a:spcPct val="150000"/>
                </a:lnSpc>
                <a:spcBef>
                  <a:spcPts val="0"/>
                </a:spcBef>
                <a:spcAft>
                  <a:spcPts val="0"/>
                </a:spcAft>
                <a:buClrTx/>
                <a:buSzTx/>
                <a:buFontTx/>
                <a:buNone/>
                <a:tabLst/>
                <a:defRPr/>
              </a:pPr>
              <a:t>‹#›</a:t>
            </a:fld>
            <a:endParaRPr lang="en-ID" sz="1050" b="1" i="0">
              <a:solidFill>
                <a:schemeClr val="bg1"/>
              </a:solidFill>
              <a:latin typeface="Inter" panose="02000503000000020004" pitchFamily="2" charset="0"/>
              <a:ea typeface="Inter" panose="02000503000000020004" pitchFamily="2" charset="0"/>
            </a:endParaRPr>
          </a:p>
        </p:txBody>
      </p:sp>
    </p:spTree>
    <p:extLst>
      <p:ext uri="{BB962C8B-B14F-4D97-AF65-F5344CB8AC3E}">
        <p14:creationId xmlns:p14="http://schemas.microsoft.com/office/powerpoint/2010/main" val="18525497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 column with footer">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B9F11AC-9E39-BB7C-B92D-090694668C06}"/>
              </a:ext>
            </a:extLst>
          </p:cNvPr>
          <p:cNvPicPr>
            <a:picLocks noChangeAspect="1"/>
          </p:cNvPicPr>
          <p:nvPr userDrawn="1"/>
        </p:nvPicPr>
        <p:blipFill>
          <a:blip r:embed="rId2"/>
          <a:stretch>
            <a:fillRect/>
          </a:stretch>
        </p:blipFill>
        <p:spPr>
          <a:xfrm>
            <a:off x="0" y="0"/>
            <a:ext cx="12192000" cy="6858000"/>
          </a:xfrm>
          <a:prstGeom prst="rect">
            <a:avLst/>
          </a:prstGeom>
        </p:spPr>
      </p:pic>
      <p:cxnSp>
        <p:nvCxnSpPr>
          <p:cNvPr id="5" name="Straight Connector 4">
            <a:extLst>
              <a:ext uri="{FF2B5EF4-FFF2-40B4-BE49-F238E27FC236}">
                <a16:creationId xmlns:a16="http://schemas.microsoft.com/office/drawing/2014/main" id="{71D409C2-35F5-9644-0CC6-E2C919EA45F6}"/>
              </a:ext>
              <a:ext uri="{C183D7F6-B498-43B3-948B-1728B52AA6E4}">
                <adec:decorative xmlns:adec="http://schemas.microsoft.com/office/drawing/2017/decorative" val="1"/>
              </a:ext>
            </a:extLst>
          </p:cNvPr>
          <p:cNvCxnSpPr>
            <a:cxnSpLocks/>
          </p:cNvCxnSpPr>
          <p:nvPr userDrawn="1"/>
        </p:nvCxnSpPr>
        <p:spPr>
          <a:xfrm>
            <a:off x="374815" y="190006"/>
            <a:ext cx="0" cy="499625"/>
          </a:xfrm>
          <a:prstGeom prst="line">
            <a:avLst/>
          </a:prstGeom>
          <a:ln w="12700" cap="rnd">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itle 4">
            <a:extLst>
              <a:ext uri="{FF2B5EF4-FFF2-40B4-BE49-F238E27FC236}">
                <a16:creationId xmlns:a16="http://schemas.microsoft.com/office/drawing/2014/main" id="{A9EAAECC-F0A9-C1FE-7F65-2E358CB33A0E}"/>
              </a:ext>
            </a:extLst>
          </p:cNvPr>
          <p:cNvSpPr>
            <a:spLocks noGrp="1"/>
          </p:cNvSpPr>
          <p:nvPr>
            <p:ph type="title" hasCustomPrompt="1"/>
          </p:nvPr>
        </p:nvSpPr>
        <p:spPr>
          <a:xfrm>
            <a:off x="571502" y="140230"/>
            <a:ext cx="11245354" cy="643541"/>
          </a:xfrm>
          <a:prstGeom prst="rect">
            <a:avLst/>
          </a:prstGeom>
          <a:ln>
            <a:noFill/>
          </a:ln>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2400" b="1" i="0" kern="1200">
                <a:solidFill>
                  <a:schemeClr val="tx1"/>
                </a:solidFill>
                <a:latin typeface="Inter" panose="02000503000000020004" pitchFamily="2" charset="0"/>
                <a:ea typeface="Inter" panose="02000503000000020004" pitchFamily="2" charset="0"/>
                <a:cs typeface="Calibri" panose="020F0502020204030204" pitchFamily="34" charset="0"/>
              </a:defRPr>
            </a:lvl1pPr>
          </a:lstStyle>
          <a:p>
            <a:r>
              <a:rPr lang="en-US"/>
              <a:t>Click to edit title</a:t>
            </a:r>
          </a:p>
        </p:txBody>
      </p:sp>
      <p:sp>
        <p:nvSpPr>
          <p:cNvPr id="6" name="Text Placeholder 15">
            <a:extLst>
              <a:ext uri="{FF2B5EF4-FFF2-40B4-BE49-F238E27FC236}">
                <a16:creationId xmlns:a16="http://schemas.microsoft.com/office/drawing/2014/main" id="{66FCFC84-4169-24DB-2333-D23CE5D8A1BC}"/>
              </a:ext>
            </a:extLst>
          </p:cNvPr>
          <p:cNvSpPr>
            <a:spLocks noGrp="1"/>
          </p:cNvSpPr>
          <p:nvPr>
            <p:ph type="body" sz="quarter" idx="26"/>
          </p:nvPr>
        </p:nvSpPr>
        <p:spPr>
          <a:xfrm>
            <a:off x="384754" y="1580162"/>
            <a:ext cx="3621087" cy="4209525"/>
          </a:xfrm>
          <a:prstGeom prst="rect">
            <a:avLst/>
          </a:prstGeom>
        </p:spPr>
        <p:txBody>
          <a:bodyPr/>
          <a:lstStyle>
            <a:lvl1pPr>
              <a:defRPr sz="1600" b="1">
                <a:solidFill>
                  <a:schemeClr val="accent3"/>
                </a:solidFill>
                <a:latin typeface="Inter" panose="02000503000000020004" pitchFamily="2" charset="0"/>
                <a:ea typeface="Inter" panose="02000503000000020004" pitchFamily="2" charset="0"/>
              </a:defRPr>
            </a:lvl1pPr>
            <a:lvl3pPr marL="594360">
              <a:defRPr sz="1500">
                <a:latin typeface="Inter" panose="02000503000000020004" pitchFamily="2" charset="0"/>
                <a:ea typeface="Inter" panose="02000503000000020004" pitchFamily="2" charset="0"/>
              </a:defRPr>
            </a:lvl3pPr>
            <a:lvl4pPr marL="868680">
              <a:defRPr sz="1500">
                <a:latin typeface="Inter" panose="02000503000000020004" pitchFamily="2" charset="0"/>
                <a:ea typeface="Inter" panose="02000503000000020004" pitchFamily="2" charset="0"/>
              </a:defRPr>
            </a:lvl4pPr>
            <a:lvl5pPr marL="1143000">
              <a:defRPr sz="1500">
                <a:latin typeface="Inter" panose="02000503000000020004" pitchFamily="2" charset="0"/>
                <a:ea typeface="Inter" panose="02000503000000020004" pitchFamily="2" charset="0"/>
              </a:defRPr>
            </a:lvl5pPr>
            <a:lvl6pPr marL="808038" indent="-222250">
              <a:tabLst/>
              <a:defRPr sz="1200"/>
            </a:lvl6pPr>
          </a:lstStyle>
          <a:p>
            <a:pPr lvl="0"/>
            <a:r>
              <a:rPr lang="en-US"/>
              <a:t>Click to edit Master text styles</a:t>
            </a:r>
          </a:p>
          <a:p>
            <a:pPr lvl="2"/>
            <a:r>
              <a:rPr lang="en-US"/>
              <a:t>Bullet 1</a:t>
            </a:r>
          </a:p>
          <a:p>
            <a:pPr lvl="3"/>
            <a:r>
              <a:rPr lang="en-US"/>
              <a:t>Bullet 2</a:t>
            </a:r>
          </a:p>
          <a:p>
            <a:pPr lvl="4"/>
            <a:r>
              <a:rPr lang="en-US"/>
              <a:t>Bullet 3</a:t>
            </a:r>
          </a:p>
        </p:txBody>
      </p:sp>
      <p:sp>
        <p:nvSpPr>
          <p:cNvPr id="12" name="Text Placeholder 5">
            <a:extLst>
              <a:ext uri="{FF2B5EF4-FFF2-40B4-BE49-F238E27FC236}">
                <a16:creationId xmlns:a16="http://schemas.microsoft.com/office/drawing/2014/main" id="{B6287B6D-E416-1BE9-6BF5-84087E7F8F87}"/>
              </a:ext>
            </a:extLst>
          </p:cNvPr>
          <p:cNvSpPr>
            <a:spLocks noGrp="1"/>
          </p:cNvSpPr>
          <p:nvPr>
            <p:ph type="body" sz="quarter" idx="24" hasCustomPrompt="1"/>
          </p:nvPr>
        </p:nvSpPr>
        <p:spPr>
          <a:xfrm>
            <a:off x="384754" y="1068313"/>
            <a:ext cx="3621087" cy="294253"/>
          </a:xfrm>
          <a:prstGeom prst="rect">
            <a:avLst/>
          </a:prstGeom>
          <a:solidFill>
            <a:schemeClr val="tx2"/>
          </a:solidFill>
          <a:effectLst/>
        </p:spPr>
        <p:txBody>
          <a:bodyPr anchor="ctr"/>
          <a:lstStyle>
            <a:lvl1pPr algn="ctr">
              <a:buNone/>
              <a:defRPr sz="1600" b="1" i="0">
                <a:solidFill>
                  <a:schemeClr val="bg1"/>
                </a:solidFill>
                <a:latin typeface="Inter" panose="02000503000000020004" pitchFamily="2" charset="0"/>
                <a:ea typeface="Inter" panose="02000503000000020004" pitchFamily="2" charset="0"/>
              </a:defRPr>
            </a:lvl1pPr>
          </a:lstStyle>
          <a:p>
            <a:pPr lvl="0"/>
            <a:r>
              <a:rPr lang="en-US"/>
              <a:t>Heading 1</a:t>
            </a:r>
          </a:p>
        </p:txBody>
      </p:sp>
      <p:sp>
        <p:nvSpPr>
          <p:cNvPr id="13" name="Text Placeholder 5">
            <a:extLst>
              <a:ext uri="{FF2B5EF4-FFF2-40B4-BE49-F238E27FC236}">
                <a16:creationId xmlns:a16="http://schemas.microsoft.com/office/drawing/2014/main" id="{1FF6D979-3871-A0B6-236F-95CC045055D6}"/>
              </a:ext>
            </a:extLst>
          </p:cNvPr>
          <p:cNvSpPr>
            <a:spLocks noGrp="1"/>
          </p:cNvSpPr>
          <p:nvPr>
            <p:ph type="body" sz="quarter" idx="22" hasCustomPrompt="1"/>
          </p:nvPr>
        </p:nvSpPr>
        <p:spPr>
          <a:xfrm>
            <a:off x="4285368" y="1068313"/>
            <a:ext cx="3621087" cy="294253"/>
          </a:xfrm>
          <a:prstGeom prst="rect">
            <a:avLst/>
          </a:prstGeom>
          <a:solidFill>
            <a:schemeClr val="tx2"/>
          </a:solidFill>
          <a:effectLst/>
        </p:spPr>
        <p:txBody>
          <a:bodyPr anchor="ctr"/>
          <a:lstStyle>
            <a:lvl1pPr algn="ctr">
              <a:buNone/>
              <a:defRPr sz="1600" b="1" i="0">
                <a:solidFill>
                  <a:schemeClr val="bg1"/>
                </a:solidFill>
                <a:latin typeface="Inter" panose="02000503000000020004" pitchFamily="2" charset="0"/>
                <a:ea typeface="Inter" panose="02000503000000020004" pitchFamily="2" charset="0"/>
              </a:defRPr>
            </a:lvl1pPr>
          </a:lstStyle>
          <a:p>
            <a:pPr lvl="0"/>
            <a:r>
              <a:rPr lang="en-US"/>
              <a:t>Heading 2</a:t>
            </a:r>
          </a:p>
        </p:txBody>
      </p:sp>
      <p:sp>
        <p:nvSpPr>
          <p:cNvPr id="14" name="Text Placeholder 5">
            <a:extLst>
              <a:ext uri="{FF2B5EF4-FFF2-40B4-BE49-F238E27FC236}">
                <a16:creationId xmlns:a16="http://schemas.microsoft.com/office/drawing/2014/main" id="{9D11335F-CE71-3101-D528-65EC3FAEB137}"/>
              </a:ext>
            </a:extLst>
          </p:cNvPr>
          <p:cNvSpPr>
            <a:spLocks noGrp="1"/>
          </p:cNvSpPr>
          <p:nvPr>
            <p:ph type="body" sz="quarter" idx="23" hasCustomPrompt="1"/>
          </p:nvPr>
        </p:nvSpPr>
        <p:spPr>
          <a:xfrm>
            <a:off x="8185982" y="1068313"/>
            <a:ext cx="3621087" cy="294253"/>
          </a:xfrm>
          <a:prstGeom prst="rect">
            <a:avLst/>
          </a:prstGeom>
          <a:solidFill>
            <a:schemeClr val="tx2"/>
          </a:solidFill>
          <a:effectLst/>
        </p:spPr>
        <p:txBody>
          <a:bodyPr anchor="ctr"/>
          <a:lstStyle>
            <a:lvl1pPr algn="ctr">
              <a:buNone/>
              <a:defRPr sz="1600" b="1" i="0">
                <a:solidFill>
                  <a:schemeClr val="bg1"/>
                </a:solidFill>
                <a:latin typeface="Inter" panose="02000503000000020004" pitchFamily="2" charset="0"/>
                <a:ea typeface="Inter" panose="02000503000000020004" pitchFamily="2" charset="0"/>
              </a:defRPr>
            </a:lvl1pPr>
          </a:lstStyle>
          <a:p>
            <a:pPr lvl="0"/>
            <a:r>
              <a:rPr lang="en-US"/>
              <a:t>Heading 3</a:t>
            </a:r>
          </a:p>
        </p:txBody>
      </p:sp>
      <p:sp>
        <p:nvSpPr>
          <p:cNvPr id="15" name="Text Placeholder 15">
            <a:extLst>
              <a:ext uri="{FF2B5EF4-FFF2-40B4-BE49-F238E27FC236}">
                <a16:creationId xmlns:a16="http://schemas.microsoft.com/office/drawing/2014/main" id="{D642ADFC-E377-8EE8-4490-6192EF2B8315}"/>
              </a:ext>
            </a:extLst>
          </p:cNvPr>
          <p:cNvSpPr>
            <a:spLocks noGrp="1"/>
          </p:cNvSpPr>
          <p:nvPr>
            <p:ph type="body" sz="quarter" idx="27"/>
          </p:nvPr>
        </p:nvSpPr>
        <p:spPr>
          <a:xfrm>
            <a:off x="4288539" y="1580162"/>
            <a:ext cx="3621087" cy="4209525"/>
          </a:xfrm>
          <a:prstGeom prst="rect">
            <a:avLst/>
          </a:prstGeom>
        </p:spPr>
        <p:txBody>
          <a:bodyPr/>
          <a:lstStyle>
            <a:lvl1pPr>
              <a:defRPr sz="1600" b="1">
                <a:solidFill>
                  <a:schemeClr val="accent3"/>
                </a:solidFill>
                <a:latin typeface="Inter" panose="02000503000000020004" pitchFamily="2" charset="0"/>
                <a:ea typeface="Inter" panose="02000503000000020004" pitchFamily="2" charset="0"/>
              </a:defRPr>
            </a:lvl1pPr>
            <a:lvl3pPr marL="594360">
              <a:defRPr sz="1500">
                <a:latin typeface="Inter" panose="02000503000000020004" pitchFamily="2" charset="0"/>
                <a:ea typeface="Inter" panose="02000503000000020004" pitchFamily="2" charset="0"/>
              </a:defRPr>
            </a:lvl3pPr>
            <a:lvl4pPr marL="868680">
              <a:defRPr sz="1500">
                <a:latin typeface="Inter" panose="02000503000000020004" pitchFamily="2" charset="0"/>
                <a:ea typeface="Inter" panose="02000503000000020004" pitchFamily="2" charset="0"/>
              </a:defRPr>
            </a:lvl4pPr>
            <a:lvl5pPr marL="1143000">
              <a:defRPr sz="1500">
                <a:latin typeface="Inter" panose="02000503000000020004" pitchFamily="2" charset="0"/>
                <a:ea typeface="Inter" panose="02000503000000020004" pitchFamily="2" charset="0"/>
              </a:defRPr>
            </a:lvl5pPr>
            <a:lvl6pPr marL="808038" indent="-222250">
              <a:tabLst/>
              <a:defRPr sz="1200"/>
            </a:lvl6pPr>
          </a:lstStyle>
          <a:p>
            <a:pPr lvl="0"/>
            <a:r>
              <a:rPr lang="en-US"/>
              <a:t>Click to edit Master text styles</a:t>
            </a:r>
          </a:p>
          <a:p>
            <a:pPr lvl="2"/>
            <a:r>
              <a:rPr lang="en-US"/>
              <a:t>Bullet 1</a:t>
            </a:r>
          </a:p>
          <a:p>
            <a:pPr lvl="3"/>
            <a:r>
              <a:rPr lang="en-US"/>
              <a:t>Bullet 2</a:t>
            </a:r>
          </a:p>
          <a:p>
            <a:pPr lvl="4"/>
            <a:r>
              <a:rPr lang="en-US"/>
              <a:t>Bullet 3</a:t>
            </a:r>
          </a:p>
        </p:txBody>
      </p:sp>
      <p:sp>
        <p:nvSpPr>
          <p:cNvPr id="16" name="Text Placeholder 15">
            <a:extLst>
              <a:ext uri="{FF2B5EF4-FFF2-40B4-BE49-F238E27FC236}">
                <a16:creationId xmlns:a16="http://schemas.microsoft.com/office/drawing/2014/main" id="{64413EAE-BE00-6163-1DE2-32D85C46E7DB}"/>
              </a:ext>
            </a:extLst>
          </p:cNvPr>
          <p:cNvSpPr>
            <a:spLocks noGrp="1"/>
          </p:cNvSpPr>
          <p:nvPr>
            <p:ph type="body" sz="quarter" idx="28"/>
          </p:nvPr>
        </p:nvSpPr>
        <p:spPr>
          <a:xfrm>
            <a:off x="8192324" y="1580162"/>
            <a:ext cx="3621087" cy="4209525"/>
          </a:xfrm>
          <a:prstGeom prst="rect">
            <a:avLst/>
          </a:prstGeom>
        </p:spPr>
        <p:txBody>
          <a:bodyPr/>
          <a:lstStyle>
            <a:lvl1pPr>
              <a:defRPr sz="1600" b="1">
                <a:solidFill>
                  <a:schemeClr val="accent3"/>
                </a:solidFill>
                <a:latin typeface="Inter" panose="02000503000000020004" pitchFamily="2" charset="0"/>
                <a:ea typeface="Inter" panose="02000503000000020004" pitchFamily="2" charset="0"/>
              </a:defRPr>
            </a:lvl1pPr>
            <a:lvl3pPr marL="594360">
              <a:defRPr sz="1500">
                <a:latin typeface="Inter" panose="02000503000000020004" pitchFamily="2" charset="0"/>
                <a:ea typeface="Inter" panose="02000503000000020004" pitchFamily="2" charset="0"/>
              </a:defRPr>
            </a:lvl3pPr>
            <a:lvl4pPr marL="868680">
              <a:defRPr sz="1500">
                <a:latin typeface="Inter" panose="02000503000000020004" pitchFamily="2" charset="0"/>
                <a:ea typeface="Inter" panose="02000503000000020004" pitchFamily="2" charset="0"/>
              </a:defRPr>
            </a:lvl4pPr>
            <a:lvl5pPr marL="1143000">
              <a:defRPr sz="1500">
                <a:latin typeface="Inter" panose="02000503000000020004" pitchFamily="2" charset="0"/>
                <a:ea typeface="Inter" panose="02000503000000020004" pitchFamily="2" charset="0"/>
              </a:defRPr>
            </a:lvl5pPr>
            <a:lvl6pPr marL="808038" indent="-222250">
              <a:tabLst/>
              <a:defRPr sz="1200"/>
            </a:lvl6pPr>
          </a:lstStyle>
          <a:p>
            <a:pPr lvl="0"/>
            <a:r>
              <a:rPr lang="en-US"/>
              <a:t>Click to edit Master text styles</a:t>
            </a:r>
          </a:p>
          <a:p>
            <a:pPr lvl="2"/>
            <a:r>
              <a:rPr lang="en-US"/>
              <a:t>Bullet 1</a:t>
            </a:r>
          </a:p>
          <a:p>
            <a:pPr lvl="3"/>
            <a:r>
              <a:rPr lang="en-US"/>
              <a:t>Bullet 2</a:t>
            </a:r>
          </a:p>
          <a:p>
            <a:pPr lvl="4"/>
            <a:r>
              <a:rPr lang="en-US"/>
              <a:t>Bullet 3</a:t>
            </a:r>
          </a:p>
        </p:txBody>
      </p:sp>
      <p:cxnSp>
        <p:nvCxnSpPr>
          <p:cNvPr id="17" name="Straight Connector 16">
            <a:extLst>
              <a:ext uri="{FF2B5EF4-FFF2-40B4-BE49-F238E27FC236}">
                <a16:creationId xmlns:a16="http://schemas.microsoft.com/office/drawing/2014/main" id="{C5035C55-1CFC-D2F5-BB7A-21C2C56CA548}"/>
              </a:ext>
              <a:ext uri="{C183D7F6-B498-43B3-948B-1728B52AA6E4}">
                <adec:decorative xmlns:adec="http://schemas.microsoft.com/office/drawing/2017/decorative" val="1"/>
              </a:ext>
            </a:extLst>
          </p:cNvPr>
          <p:cNvCxnSpPr>
            <a:cxnSpLocks/>
          </p:cNvCxnSpPr>
          <p:nvPr userDrawn="1"/>
        </p:nvCxnSpPr>
        <p:spPr>
          <a:xfrm>
            <a:off x="4147861" y="1068313"/>
            <a:ext cx="0" cy="4721374"/>
          </a:xfrm>
          <a:prstGeom prst="line">
            <a:avLst/>
          </a:prstGeom>
          <a:ln w="12700" cap="rnd">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1C5EFF9A-CC7B-320C-C7A6-3FE2154B7BB9}"/>
              </a:ext>
              <a:ext uri="{C183D7F6-B498-43B3-948B-1728B52AA6E4}">
                <adec:decorative xmlns:adec="http://schemas.microsoft.com/office/drawing/2017/decorative" val="1"/>
              </a:ext>
            </a:extLst>
          </p:cNvPr>
          <p:cNvCxnSpPr>
            <a:cxnSpLocks/>
          </p:cNvCxnSpPr>
          <p:nvPr userDrawn="1"/>
        </p:nvCxnSpPr>
        <p:spPr>
          <a:xfrm>
            <a:off x="8051646" y="1068313"/>
            <a:ext cx="0" cy="4721374"/>
          </a:xfrm>
          <a:prstGeom prst="line">
            <a:avLst/>
          </a:prstGeom>
          <a:ln w="12700" cap="rnd">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SlideNo">
            <a:extLst>
              <a:ext uri="{FF2B5EF4-FFF2-40B4-BE49-F238E27FC236}">
                <a16:creationId xmlns:a16="http://schemas.microsoft.com/office/drawing/2014/main" id="{C188A6C2-DA8B-5991-172C-570549D8CE1B}"/>
              </a:ext>
            </a:extLst>
          </p:cNvPr>
          <p:cNvSpPr txBox="1">
            <a:spLocks/>
          </p:cNvSpPr>
          <p:nvPr userDrawn="1"/>
        </p:nvSpPr>
        <p:spPr>
          <a:xfrm>
            <a:off x="11350046" y="6417917"/>
            <a:ext cx="457200" cy="215252"/>
          </a:xfrm>
          <a:prstGeom prst="rect">
            <a:avLst/>
          </a:prstGeom>
          <a:noFill/>
        </p:spPr>
        <p:txBody>
          <a:bodyPr wrap="square" lIns="0" tIns="0" rIns="0" bIns="0" rtlCol="0" anchor="ctr">
            <a:spAutoFit/>
          </a:bodyPr>
          <a:lstStyle>
            <a:defPPr>
              <a:defRPr lang="en-US"/>
            </a:defPPr>
            <a:lvl1pPr marL="0" algn="ctr" defTabSz="457200" rtl="0" eaLnBrk="1" latinLnBrk="0" hangingPunct="1">
              <a:defRPr lang="en-ID" sz="1400" kern="1200" smtClean="0">
                <a:solidFill>
                  <a:schemeClr val="tx1">
                    <a:lumMod val="50000"/>
                    <a:lumOff val="50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457200" rtl="0" eaLnBrk="1" fontAlgn="auto" latinLnBrk="0" hangingPunct="1">
              <a:lnSpc>
                <a:spcPct val="150000"/>
              </a:lnSpc>
              <a:spcBef>
                <a:spcPts val="0"/>
              </a:spcBef>
              <a:spcAft>
                <a:spcPts val="0"/>
              </a:spcAft>
              <a:buClrTx/>
              <a:buSzTx/>
              <a:buFontTx/>
              <a:buNone/>
              <a:tabLst/>
              <a:defRPr/>
            </a:pPr>
            <a:fld id="{F2030FAF-A4A4-40ED-9EAC-96740896EED7}" type="slidenum">
              <a:rPr lang="en-ID" sz="1050" b="1" i="0" smtClean="0">
                <a:solidFill>
                  <a:schemeClr val="bg1"/>
                </a:solidFill>
                <a:latin typeface="Inter" panose="02000503000000020004" pitchFamily="2" charset="0"/>
                <a:ea typeface="Inter" panose="02000503000000020004" pitchFamily="2" charset="0"/>
              </a:rPr>
              <a:pPr marL="0" marR="0" lvl="0" indent="0" algn="r" defTabSz="457200" rtl="0" eaLnBrk="1" fontAlgn="auto" latinLnBrk="0" hangingPunct="1">
                <a:lnSpc>
                  <a:spcPct val="150000"/>
                </a:lnSpc>
                <a:spcBef>
                  <a:spcPts val="0"/>
                </a:spcBef>
                <a:spcAft>
                  <a:spcPts val="0"/>
                </a:spcAft>
                <a:buClrTx/>
                <a:buSzTx/>
                <a:buFontTx/>
                <a:buNone/>
                <a:tabLst/>
                <a:defRPr/>
              </a:pPr>
              <a:t>‹#›</a:t>
            </a:fld>
            <a:endParaRPr lang="en-ID" sz="1050" b="1" i="0">
              <a:solidFill>
                <a:schemeClr val="bg1"/>
              </a:solidFill>
              <a:latin typeface="Inter" panose="02000503000000020004" pitchFamily="2" charset="0"/>
              <a:ea typeface="Inter" panose="02000503000000020004" pitchFamily="2" charset="0"/>
            </a:endParaRPr>
          </a:p>
        </p:txBody>
      </p:sp>
    </p:spTree>
    <p:extLst>
      <p:ext uri="{BB962C8B-B14F-4D97-AF65-F5344CB8AC3E}">
        <p14:creationId xmlns:p14="http://schemas.microsoft.com/office/powerpoint/2010/main" val="31473206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column with footer">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02308C-42B1-9902-0CD7-BD01489B21DE}"/>
              </a:ext>
            </a:extLst>
          </p:cNvPr>
          <p:cNvPicPr>
            <a:picLocks noChangeAspect="1"/>
          </p:cNvPicPr>
          <p:nvPr userDrawn="1"/>
        </p:nvPicPr>
        <p:blipFill>
          <a:blip r:embed="rId2"/>
          <a:stretch>
            <a:fillRect/>
          </a:stretch>
        </p:blipFill>
        <p:spPr>
          <a:xfrm>
            <a:off x="0" y="0"/>
            <a:ext cx="12192000" cy="6858000"/>
          </a:xfrm>
          <a:prstGeom prst="rect">
            <a:avLst/>
          </a:prstGeom>
        </p:spPr>
      </p:pic>
      <p:cxnSp>
        <p:nvCxnSpPr>
          <p:cNvPr id="5" name="Straight Connector 4">
            <a:extLst>
              <a:ext uri="{FF2B5EF4-FFF2-40B4-BE49-F238E27FC236}">
                <a16:creationId xmlns:a16="http://schemas.microsoft.com/office/drawing/2014/main" id="{71D409C2-35F5-9644-0CC6-E2C919EA45F6}"/>
              </a:ext>
              <a:ext uri="{C183D7F6-B498-43B3-948B-1728B52AA6E4}">
                <adec:decorative xmlns:adec="http://schemas.microsoft.com/office/drawing/2017/decorative" val="1"/>
              </a:ext>
            </a:extLst>
          </p:cNvPr>
          <p:cNvCxnSpPr>
            <a:cxnSpLocks/>
          </p:cNvCxnSpPr>
          <p:nvPr userDrawn="1"/>
        </p:nvCxnSpPr>
        <p:spPr>
          <a:xfrm>
            <a:off x="374815" y="190006"/>
            <a:ext cx="0" cy="499625"/>
          </a:xfrm>
          <a:prstGeom prst="line">
            <a:avLst/>
          </a:prstGeom>
          <a:ln w="12700" cap="rnd">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itle 4">
            <a:extLst>
              <a:ext uri="{FF2B5EF4-FFF2-40B4-BE49-F238E27FC236}">
                <a16:creationId xmlns:a16="http://schemas.microsoft.com/office/drawing/2014/main" id="{A9EAAECC-F0A9-C1FE-7F65-2E358CB33A0E}"/>
              </a:ext>
            </a:extLst>
          </p:cNvPr>
          <p:cNvSpPr>
            <a:spLocks noGrp="1"/>
          </p:cNvSpPr>
          <p:nvPr>
            <p:ph type="title" hasCustomPrompt="1"/>
          </p:nvPr>
        </p:nvSpPr>
        <p:spPr>
          <a:xfrm>
            <a:off x="571502" y="140230"/>
            <a:ext cx="11245354" cy="643541"/>
          </a:xfrm>
          <a:prstGeom prst="rect">
            <a:avLst/>
          </a:prstGeom>
          <a:ln>
            <a:noFill/>
          </a:ln>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2400" b="1" i="0" kern="1200">
                <a:solidFill>
                  <a:schemeClr val="tx1"/>
                </a:solidFill>
                <a:latin typeface="Inter" panose="02000503000000020004" pitchFamily="2" charset="0"/>
                <a:ea typeface="Inter" panose="02000503000000020004" pitchFamily="2" charset="0"/>
                <a:cs typeface="Calibri" panose="020F0502020204030204" pitchFamily="34" charset="0"/>
              </a:defRPr>
            </a:lvl1pPr>
          </a:lstStyle>
          <a:p>
            <a:r>
              <a:rPr lang="en-US"/>
              <a:t>Click to edit title</a:t>
            </a:r>
          </a:p>
        </p:txBody>
      </p:sp>
      <p:sp>
        <p:nvSpPr>
          <p:cNvPr id="6" name="Text Placeholder 15">
            <a:extLst>
              <a:ext uri="{FF2B5EF4-FFF2-40B4-BE49-F238E27FC236}">
                <a16:creationId xmlns:a16="http://schemas.microsoft.com/office/drawing/2014/main" id="{4B94BC45-EE16-BB7A-1F8A-3761A1742525}"/>
              </a:ext>
            </a:extLst>
          </p:cNvPr>
          <p:cNvSpPr>
            <a:spLocks noGrp="1"/>
          </p:cNvSpPr>
          <p:nvPr>
            <p:ph type="body" sz="quarter" idx="28"/>
          </p:nvPr>
        </p:nvSpPr>
        <p:spPr>
          <a:xfrm>
            <a:off x="384755" y="1580162"/>
            <a:ext cx="2604628" cy="4188907"/>
          </a:xfrm>
          <a:prstGeom prst="rect">
            <a:avLst/>
          </a:prstGeom>
        </p:spPr>
        <p:txBody>
          <a:bodyPr/>
          <a:lstStyle>
            <a:lvl1pPr>
              <a:defRPr sz="1600" b="1">
                <a:solidFill>
                  <a:schemeClr val="accent3"/>
                </a:solidFill>
                <a:latin typeface="Inter" panose="02000503000000020004" pitchFamily="2" charset="0"/>
                <a:ea typeface="Inter" panose="02000503000000020004" pitchFamily="2" charset="0"/>
              </a:defRPr>
            </a:lvl1pPr>
            <a:lvl3pPr marL="594360">
              <a:defRPr sz="1500">
                <a:latin typeface="Inter" panose="02000503000000020004" pitchFamily="2" charset="0"/>
                <a:ea typeface="Inter" panose="02000503000000020004" pitchFamily="2" charset="0"/>
              </a:defRPr>
            </a:lvl3pPr>
            <a:lvl4pPr marL="868680">
              <a:defRPr sz="1500">
                <a:latin typeface="Inter" panose="02000503000000020004" pitchFamily="2" charset="0"/>
                <a:ea typeface="Inter" panose="02000503000000020004" pitchFamily="2" charset="0"/>
              </a:defRPr>
            </a:lvl4pPr>
            <a:lvl5pPr marL="1143000">
              <a:defRPr sz="1500">
                <a:latin typeface="Inter" panose="02000503000000020004" pitchFamily="2" charset="0"/>
                <a:ea typeface="Inter" panose="02000503000000020004" pitchFamily="2" charset="0"/>
              </a:defRPr>
            </a:lvl5pPr>
            <a:lvl6pPr marL="808038" indent="-222250">
              <a:tabLst/>
              <a:defRPr sz="1200"/>
            </a:lvl6pPr>
          </a:lstStyle>
          <a:p>
            <a:pPr lvl="0"/>
            <a:r>
              <a:rPr lang="en-US"/>
              <a:t>Click to edit Master text styles</a:t>
            </a:r>
          </a:p>
          <a:p>
            <a:pPr lvl="2"/>
            <a:r>
              <a:rPr lang="en-US"/>
              <a:t>Bullet 1</a:t>
            </a:r>
          </a:p>
          <a:p>
            <a:pPr lvl="3"/>
            <a:r>
              <a:rPr lang="en-US"/>
              <a:t>Bullet 2</a:t>
            </a:r>
          </a:p>
          <a:p>
            <a:pPr lvl="4"/>
            <a:r>
              <a:rPr lang="en-US"/>
              <a:t>Bullet 3</a:t>
            </a:r>
          </a:p>
        </p:txBody>
      </p:sp>
      <p:sp>
        <p:nvSpPr>
          <p:cNvPr id="12" name="Text Placeholder 5">
            <a:extLst>
              <a:ext uri="{FF2B5EF4-FFF2-40B4-BE49-F238E27FC236}">
                <a16:creationId xmlns:a16="http://schemas.microsoft.com/office/drawing/2014/main" id="{A93B1EF7-E461-96B8-3427-CB7021EE1248}"/>
              </a:ext>
            </a:extLst>
          </p:cNvPr>
          <p:cNvSpPr>
            <a:spLocks noGrp="1"/>
          </p:cNvSpPr>
          <p:nvPr>
            <p:ph type="body" sz="quarter" idx="26" hasCustomPrompt="1"/>
          </p:nvPr>
        </p:nvSpPr>
        <p:spPr>
          <a:xfrm>
            <a:off x="384754" y="1068313"/>
            <a:ext cx="2604628" cy="333375"/>
          </a:xfrm>
          <a:prstGeom prst="rect">
            <a:avLst/>
          </a:prstGeom>
          <a:solidFill>
            <a:schemeClr val="tx2"/>
          </a:solidFill>
          <a:effectLst/>
        </p:spPr>
        <p:txBody>
          <a:bodyPr anchor="ctr"/>
          <a:lstStyle>
            <a:lvl1pPr algn="ctr">
              <a:buNone/>
              <a:defRPr sz="1600" b="1" i="0">
                <a:solidFill>
                  <a:schemeClr val="bg1"/>
                </a:solidFill>
                <a:latin typeface="+mj-lt"/>
              </a:defRPr>
            </a:lvl1pPr>
          </a:lstStyle>
          <a:p>
            <a:pPr lvl="0"/>
            <a:r>
              <a:rPr lang="en-US"/>
              <a:t>Heading 1</a:t>
            </a:r>
          </a:p>
        </p:txBody>
      </p:sp>
      <p:sp>
        <p:nvSpPr>
          <p:cNvPr id="13" name="Text Placeholder 5">
            <a:extLst>
              <a:ext uri="{FF2B5EF4-FFF2-40B4-BE49-F238E27FC236}">
                <a16:creationId xmlns:a16="http://schemas.microsoft.com/office/drawing/2014/main" id="{D4038437-BB45-5E92-1E41-D92B26EF1572}"/>
              </a:ext>
            </a:extLst>
          </p:cNvPr>
          <p:cNvSpPr>
            <a:spLocks noGrp="1"/>
          </p:cNvSpPr>
          <p:nvPr>
            <p:ph type="body" sz="quarter" idx="29" hasCustomPrompt="1"/>
          </p:nvPr>
        </p:nvSpPr>
        <p:spPr>
          <a:xfrm>
            <a:off x="3326097" y="1068313"/>
            <a:ext cx="2604628" cy="333375"/>
          </a:xfrm>
          <a:prstGeom prst="rect">
            <a:avLst/>
          </a:prstGeom>
          <a:solidFill>
            <a:schemeClr val="tx2"/>
          </a:solidFill>
          <a:effectLst/>
        </p:spPr>
        <p:txBody>
          <a:bodyPr anchor="ctr"/>
          <a:lstStyle>
            <a:lvl1pPr algn="ctr">
              <a:buNone/>
              <a:defRPr sz="1600" b="1" i="0">
                <a:solidFill>
                  <a:schemeClr val="bg1"/>
                </a:solidFill>
                <a:latin typeface="+mj-lt"/>
              </a:defRPr>
            </a:lvl1pPr>
          </a:lstStyle>
          <a:p>
            <a:pPr lvl="0"/>
            <a:r>
              <a:rPr lang="en-US"/>
              <a:t>Heading 2</a:t>
            </a:r>
          </a:p>
        </p:txBody>
      </p:sp>
      <p:sp>
        <p:nvSpPr>
          <p:cNvPr id="14" name="Text Placeholder 5">
            <a:extLst>
              <a:ext uri="{FF2B5EF4-FFF2-40B4-BE49-F238E27FC236}">
                <a16:creationId xmlns:a16="http://schemas.microsoft.com/office/drawing/2014/main" id="{7CDAFE3B-50A1-F0A9-2BB6-EEFE72CFDB2D}"/>
              </a:ext>
            </a:extLst>
          </p:cNvPr>
          <p:cNvSpPr>
            <a:spLocks noGrp="1"/>
          </p:cNvSpPr>
          <p:nvPr>
            <p:ph type="body" sz="quarter" idx="30" hasCustomPrompt="1"/>
          </p:nvPr>
        </p:nvSpPr>
        <p:spPr>
          <a:xfrm>
            <a:off x="6267440" y="1068313"/>
            <a:ext cx="2604628" cy="333375"/>
          </a:xfrm>
          <a:prstGeom prst="rect">
            <a:avLst/>
          </a:prstGeom>
          <a:solidFill>
            <a:schemeClr val="tx2"/>
          </a:solidFill>
          <a:effectLst/>
        </p:spPr>
        <p:txBody>
          <a:bodyPr anchor="ctr"/>
          <a:lstStyle>
            <a:lvl1pPr algn="ctr">
              <a:buNone/>
              <a:defRPr sz="1600" b="1" i="0">
                <a:solidFill>
                  <a:schemeClr val="bg1"/>
                </a:solidFill>
                <a:latin typeface="+mj-lt"/>
              </a:defRPr>
            </a:lvl1pPr>
          </a:lstStyle>
          <a:p>
            <a:pPr lvl="0"/>
            <a:r>
              <a:rPr lang="en-US"/>
              <a:t>Heading 3</a:t>
            </a:r>
          </a:p>
        </p:txBody>
      </p:sp>
      <p:sp>
        <p:nvSpPr>
          <p:cNvPr id="15" name="Text Placeholder 5">
            <a:extLst>
              <a:ext uri="{FF2B5EF4-FFF2-40B4-BE49-F238E27FC236}">
                <a16:creationId xmlns:a16="http://schemas.microsoft.com/office/drawing/2014/main" id="{392EDF45-F798-478C-79A2-CFB823E52FD6}"/>
              </a:ext>
            </a:extLst>
          </p:cNvPr>
          <p:cNvSpPr>
            <a:spLocks noGrp="1"/>
          </p:cNvSpPr>
          <p:nvPr>
            <p:ph type="body" sz="quarter" idx="32" hasCustomPrompt="1"/>
          </p:nvPr>
        </p:nvSpPr>
        <p:spPr>
          <a:xfrm>
            <a:off x="9208784" y="1068313"/>
            <a:ext cx="2604628" cy="333375"/>
          </a:xfrm>
          <a:prstGeom prst="rect">
            <a:avLst/>
          </a:prstGeom>
          <a:solidFill>
            <a:schemeClr val="tx2"/>
          </a:solidFill>
          <a:effectLst/>
        </p:spPr>
        <p:txBody>
          <a:bodyPr anchor="ctr"/>
          <a:lstStyle>
            <a:lvl1pPr algn="ctr">
              <a:buNone/>
              <a:defRPr sz="1600" b="1" i="0">
                <a:solidFill>
                  <a:schemeClr val="bg1"/>
                </a:solidFill>
                <a:latin typeface="+mj-lt"/>
              </a:defRPr>
            </a:lvl1pPr>
          </a:lstStyle>
          <a:p>
            <a:pPr lvl="0"/>
            <a:r>
              <a:rPr lang="en-US"/>
              <a:t>Heading 4</a:t>
            </a:r>
          </a:p>
        </p:txBody>
      </p:sp>
      <p:sp>
        <p:nvSpPr>
          <p:cNvPr id="16" name="Text Placeholder 15">
            <a:extLst>
              <a:ext uri="{FF2B5EF4-FFF2-40B4-BE49-F238E27FC236}">
                <a16:creationId xmlns:a16="http://schemas.microsoft.com/office/drawing/2014/main" id="{436F22EE-D8C2-A31E-4F60-F8DD5F236767}"/>
              </a:ext>
            </a:extLst>
          </p:cNvPr>
          <p:cNvSpPr>
            <a:spLocks noGrp="1"/>
          </p:cNvSpPr>
          <p:nvPr>
            <p:ph type="body" sz="quarter" idx="33"/>
          </p:nvPr>
        </p:nvSpPr>
        <p:spPr>
          <a:xfrm>
            <a:off x="3327247" y="1580162"/>
            <a:ext cx="2604628" cy="4188907"/>
          </a:xfrm>
          <a:prstGeom prst="rect">
            <a:avLst/>
          </a:prstGeom>
        </p:spPr>
        <p:txBody>
          <a:bodyPr/>
          <a:lstStyle>
            <a:lvl1pPr>
              <a:defRPr sz="1600" b="1">
                <a:solidFill>
                  <a:schemeClr val="accent3"/>
                </a:solidFill>
                <a:latin typeface="Inter" panose="02000503000000020004" pitchFamily="2" charset="0"/>
                <a:ea typeface="Inter" panose="02000503000000020004" pitchFamily="2" charset="0"/>
              </a:defRPr>
            </a:lvl1pPr>
            <a:lvl3pPr marL="594360">
              <a:defRPr sz="1500">
                <a:latin typeface="Inter" panose="02000503000000020004" pitchFamily="2" charset="0"/>
                <a:ea typeface="Inter" panose="02000503000000020004" pitchFamily="2" charset="0"/>
              </a:defRPr>
            </a:lvl3pPr>
            <a:lvl4pPr marL="868680">
              <a:defRPr sz="1500">
                <a:latin typeface="Inter" panose="02000503000000020004" pitchFamily="2" charset="0"/>
                <a:ea typeface="Inter" panose="02000503000000020004" pitchFamily="2" charset="0"/>
              </a:defRPr>
            </a:lvl4pPr>
            <a:lvl5pPr marL="1143000">
              <a:defRPr sz="1500">
                <a:latin typeface="Inter" panose="02000503000000020004" pitchFamily="2" charset="0"/>
                <a:ea typeface="Inter" panose="02000503000000020004" pitchFamily="2" charset="0"/>
              </a:defRPr>
            </a:lvl5pPr>
            <a:lvl6pPr marL="808038" indent="-222250">
              <a:tabLst/>
              <a:defRPr sz="1200"/>
            </a:lvl6pPr>
          </a:lstStyle>
          <a:p>
            <a:pPr lvl="0"/>
            <a:r>
              <a:rPr lang="en-US"/>
              <a:t>Click to edit Master text styles</a:t>
            </a:r>
          </a:p>
          <a:p>
            <a:pPr lvl="2"/>
            <a:r>
              <a:rPr lang="en-US"/>
              <a:t>Bullet 1</a:t>
            </a:r>
          </a:p>
          <a:p>
            <a:pPr lvl="3"/>
            <a:r>
              <a:rPr lang="en-US"/>
              <a:t>Bullet 2</a:t>
            </a:r>
          </a:p>
          <a:p>
            <a:pPr lvl="4"/>
            <a:r>
              <a:rPr lang="en-US"/>
              <a:t>Bullet 3</a:t>
            </a:r>
          </a:p>
        </p:txBody>
      </p:sp>
      <p:sp>
        <p:nvSpPr>
          <p:cNvPr id="17" name="Text Placeholder 15">
            <a:extLst>
              <a:ext uri="{FF2B5EF4-FFF2-40B4-BE49-F238E27FC236}">
                <a16:creationId xmlns:a16="http://schemas.microsoft.com/office/drawing/2014/main" id="{8C6C42F1-BCE9-8875-C6ED-CBFBD852FEB9}"/>
              </a:ext>
            </a:extLst>
          </p:cNvPr>
          <p:cNvSpPr>
            <a:spLocks noGrp="1"/>
          </p:cNvSpPr>
          <p:nvPr>
            <p:ph type="body" sz="quarter" idx="34"/>
          </p:nvPr>
        </p:nvSpPr>
        <p:spPr>
          <a:xfrm>
            <a:off x="6269739" y="1580162"/>
            <a:ext cx="2604628" cy="4188907"/>
          </a:xfrm>
          <a:prstGeom prst="rect">
            <a:avLst/>
          </a:prstGeom>
        </p:spPr>
        <p:txBody>
          <a:bodyPr/>
          <a:lstStyle>
            <a:lvl1pPr>
              <a:defRPr sz="1600" b="1">
                <a:solidFill>
                  <a:schemeClr val="accent3"/>
                </a:solidFill>
                <a:latin typeface="Inter" panose="02000503000000020004" pitchFamily="2" charset="0"/>
                <a:ea typeface="Inter" panose="02000503000000020004" pitchFamily="2" charset="0"/>
              </a:defRPr>
            </a:lvl1pPr>
            <a:lvl3pPr marL="594360">
              <a:defRPr sz="1500">
                <a:latin typeface="Inter" panose="02000503000000020004" pitchFamily="2" charset="0"/>
                <a:ea typeface="Inter" panose="02000503000000020004" pitchFamily="2" charset="0"/>
              </a:defRPr>
            </a:lvl3pPr>
            <a:lvl4pPr marL="868680">
              <a:defRPr sz="1500">
                <a:latin typeface="Inter" panose="02000503000000020004" pitchFamily="2" charset="0"/>
                <a:ea typeface="Inter" panose="02000503000000020004" pitchFamily="2" charset="0"/>
              </a:defRPr>
            </a:lvl4pPr>
            <a:lvl5pPr marL="1143000">
              <a:defRPr sz="1500">
                <a:latin typeface="Inter" panose="02000503000000020004" pitchFamily="2" charset="0"/>
                <a:ea typeface="Inter" panose="02000503000000020004" pitchFamily="2" charset="0"/>
              </a:defRPr>
            </a:lvl5pPr>
            <a:lvl6pPr marL="808038" indent="-222250">
              <a:tabLst/>
              <a:defRPr sz="1200"/>
            </a:lvl6pPr>
          </a:lstStyle>
          <a:p>
            <a:pPr lvl="0"/>
            <a:r>
              <a:rPr lang="en-US"/>
              <a:t>Click to edit Master text styles</a:t>
            </a:r>
          </a:p>
          <a:p>
            <a:pPr lvl="2"/>
            <a:r>
              <a:rPr lang="en-US"/>
              <a:t>Bullet 1</a:t>
            </a:r>
          </a:p>
          <a:p>
            <a:pPr lvl="3"/>
            <a:r>
              <a:rPr lang="en-US"/>
              <a:t>Bullet 2</a:t>
            </a:r>
          </a:p>
          <a:p>
            <a:pPr lvl="4"/>
            <a:r>
              <a:rPr lang="en-US"/>
              <a:t>Bullet 3</a:t>
            </a:r>
          </a:p>
        </p:txBody>
      </p:sp>
      <p:sp>
        <p:nvSpPr>
          <p:cNvPr id="18" name="Text Placeholder 15">
            <a:extLst>
              <a:ext uri="{FF2B5EF4-FFF2-40B4-BE49-F238E27FC236}">
                <a16:creationId xmlns:a16="http://schemas.microsoft.com/office/drawing/2014/main" id="{3B14E148-8C92-43A7-38CC-C3B3AD5535F2}"/>
              </a:ext>
            </a:extLst>
          </p:cNvPr>
          <p:cNvSpPr>
            <a:spLocks noGrp="1"/>
          </p:cNvSpPr>
          <p:nvPr>
            <p:ph type="body" sz="quarter" idx="35"/>
          </p:nvPr>
        </p:nvSpPr>
        <p:spPr>
          <a:xfrm>
            <a:off x="9200508" y="1580162"/>
            <a:ext cx="2604628" cy="4188907"/>
          </a:xfrm>
          <a:prstGeom prst="rect">
            <a:avLst/>
          </a:prstGeom>
        </p:spPr>
        <p:txBody>
          <a:bodyPr/>
          <a:lstStyle>
            <a:lvl1pPr>
              <a:defRPr sz="1600" b="1">
                <a:solidFill>
                  <a:schemeClr val="accent3"/>
                </a:solidFill>
                <a:latin typeface="Inter" panose="02000503000000020004" pitchFamily="2" charset="0"/>
                <a:ea typeface="Inter" panose="02000503000000020004" pitchFamily="2" charset="0"/>
              </a:defRPr>
            </a:lvl1pPr>
            <a:lvl3pPr marL="594360">
              <a:defRPr sz="1500">
                <a:latin typeface="Inter" panose="02000503000000020004" pitchFamily="2" charset="0"/>
                <a:ea typeface="Inter" panose="02000503000000020004" pitchFamily="2" charset="0"/>
              </a:defRPr>
            </a:lvl3pPr>
            <a:lvl4pPr marL="868680">
              <a:defRPr sz="1500">
                <a:latin typeface="Inter" panose="02000503000000020004" pitchFamily="2" charset="0"/>
                <a:ea typeface="Inter" panose="02000503000000020004" pitchFamily="2" charset="0"/>
              </a:defRPr>
            </a:lvl4pPr>
            <a:lvl5pPr marL="1143000">
              <a:defRPr sz="1500">
                <a:latin typeface="Inter" panose="02000503000000020004" pitchFamily="2" charset="0"/>
                <a:ea typeface="Inter" panose="02000503000000020004" pitchFamily="2" charset="0"/>
              </a:defRPr>
            </a:lvl5pPr>
            <a:lvl6pPr marL="808038" indent="-222250">
              <a:tabLst/>
              <a:defRPr sz="1200"/>
            </a:lvl6pPr>
          </a:lstStyle>
          <a:p>
            <a:pPr lvl="0"/>
            <a:r>
              <a:rPr lang="en-US"/>
              <a:t>Click to edit Master text styles</a:t>
            </a:r>
          </a:p>
          <a:p>
            <a:pPr lvl="2"/>
            <a:r>
              <a:rPr lang="en-US"/>
              <a:t>Bullet 1</a:t>
            </a:r>
          </a:p>
          <a:p>
            <a:pPr lvl="3"/>
            <a:r>
              <a:rPr lang="en-US"/>
              <a:t>Bullet 2</a:t>
            </a:r>
          </a:p>
          <a:p>
            <a:pPr lvl="4"/>
            <a:r>
              <a:rPr lang="en-US"/>
              <a:t>Bullet 3</a:t>
            </a:r>
          </a:p>
        </p:txBody>
      </p:sp>
      <p:cxnSp>
        <p:nvCxnSpPr>
          <p:cNvPr id="19" name="Straight Connector 18">
            <a:extLst>
              <a:ext uri="{FF2B5EF4-FFF2-40B4-BE49-F238E27FC236}">
                <a16:creationId xmlns:a16="http://schemas.microsoft.com/office/drawing/2014/main" id="{505498E8-4D5A-06B6-DF0C-5B5288F7FD7F}"/>
              </a:ext>
              <a:ext uri="{C183D7F6-B498-43B3-948B-1728B52AA6E4}">
                <adec:decorative xmlns:adec="http://schemas.microsoft.com/office/drawing/2017/decorative" val="1"/>
              </a:ext>
            </a:extLst>
          </p:cNvPr>
          <p:cNvCxnSpPr>
            <a:cxnSpLocks/>
          </p:cNvCxnSpPr>
          <p:nvPr userDrawn="1"/>
        </p:nvCxnSpPr>
        <p:spPr>
          <a:xfrm>
            <a:off x="3151400" y="1068313"/>
            <a:ext cx="0" cy="4700756"/>
          </a:xfrm>
          <a:prstGeom prst="line">
            <a:avLst/>
          </a:prstGeom>
          <a:ln w="12700" cap="rnd">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679E2C57-8BC7-29C6-B6DB-58C91FD2787D}"/>
              </a:ext>
              <a:ext uri="{C183D7F6-B498-43B3-948B-1728B52AA6E4}">
                <adec:decorative xmlns:adec="http://schemas.microsoft.com/office/drawing/2017/decorative" val="1"/>
              </a:ext>
            </a:extLst>
          </p:cNvPr>
          <p:cNvCxnSpPr>
            <a:cxnSpLocks/>
          </p:cNvCxnSpPr>
          <p:nvPr userDrawn="1"/>
        </p:nvCxnSpPr>
        <p:spPr>
          <a:xfrm flipH="1">
            <a:off x="6096000" y="1068313"/>
            <a:ext cx="9615" cy="4700756"/>
          </a:xfrm>
          <a:prstGeom prst="line">
            <a:avLst/>
          </a:prstGeom>
          <a:ln w="12700" cap="rnd">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FF542791-B3F0-2363-0A1C-CF2907108179}"/>
              </a:ext>
              <a:ext uri="{C183D7F6-B498-43B3-948B-1728B52AA6E4}">
                <adec:decorative xmlns:adec="http://schemas.microsoft.com/office/drawing/2017/decorative" val="1"/>
              </a:ext>
            </a:extLst>
          </p:cNvPr>
          <p:cNvCxnSpPr>
            <a:cxnSpLocks/>
          </p:cNvCxnSpPr>
          <p:nvPr userDrawn="1"/>
        </p:nvCxnSpPr>
        <p:spPr>
          <a:xfrm>
            <a:off x="9036385" y="1068313"/>
            <a:ext cx="0" cy="4700756"/>
          </a:xfrm>
          <a:prstGeom prst="line">
            <a:avLst/>
          </a:prstGeom>
          <a:ln w="12700" cap="rnd">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SlideNo">
            <a:extLst>
              <a:ext uri="{FF2B5EF4-FFF2-40B4-BE49-F238E27FC236}">
                <a16:creationId xmlns:a16="http://schemas.microsoft.com/office/drawing/2014/main" id="{B742CA32-3FFD-4D75-A81A-E5C9B5F80871}"/>
              </a:ext>
            </a:extLst>
          </p:cNvPr>
          <p:cNvSpPr txBox="1">
            <a:spLocks/>
          </p:cNvSpPr>
          <p:nvPr userDrawn="1"/>
        </p:nvSpPr>
        <p:spPr>
          <a:xfrm>
            <a:off x="11350046" y="6417917"/>
            <a:ext cx="457200" cy="215252"/>
          </a:xfrm>
          <a:prstGeom prst="rect">
            <a:avLst/>
          </a:prstGeom>
          <a:noFill/>
        </p:spPr>
        <p:txBody>
          <a:bodyPr wrap="square" lIns="0" tIns="0" rIns="0" bIns="0" rtlCol="0" anchor="ctr">
            <a:spAutoFit/>
          </a:bodyPr>
          <a:lstStyle>
            <a:defPPr>
              <a:defRPr lang="en-US"/>
            </a:defPPr>
            <a:lvl1pPr marL="0" algn="ctr" defTabSz="457200" rtl="0" eaLnBrk="1" latinLnBrk="0" hangingPunct="1">
              <a:defRPr lang="en-ID" sz="1400" kern="1200" smtClean="0">
                <a:solidFill>
                  <a:schemeClr val="tx1">
                    <a:lumMod val="50000"/>
                    <a:lumOff val="50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457200" rtl="0" eaLnBrk="1" fontAlgn="auto" latinLnBrk="0" hangingPunct="1">
              <a:lnSpc>
                <a:spcPct val="150000"/>
              </a:lnSpc>
              <a:spcBef>
                <a:spcPts val="0"/>
              </a:spcBef>
              <a:spcAft>
                <a:spcPts val="0"/>
              </a:spcAft>
              <a:buClrTx/>
              <a:buSzTx/>
              <a:buFontTx/>
              <a:buNone/>
              <a:tabLst/>
              <a:defRPr/>
            </a:pPr>
            <a:fld id="{F2030FAF-A4A4-40ED-9EAC-96740896EED7}" type="slidenum">
              <a:rPr lang="en-ID" sz="1050" b="1" i="0" smtClean="0">
                <a:solidFill>
                  <a:schemeClr val="bg1"/>
                </a:solidFill>
                <a:latin typeface="Inter" panose="02000503000000020004" pitchFamily="2" charset="0"/>
                <a:ea typeface="Inter" panose="02000503000000020004" pitchFamily="2" charset="0"/>
              </a:rPr>
              <a:pPr marL="0" marR="0" lvl="0" indent="0" algn="r" defTabSz="457200" rtl="0" eaLnBrk="1" fontAlgn="auto" latinLnBrk="0" hangingPunct="1">
                <a:lnSpc>
                  <a:spcPct val="150000"/>
                </a:lnSpc>
                <a:spcBef>
                  <a:spcPts val="0"/>
                </a:spcBef>
                <a:spcAft>
                  <a:spcPts val="0"/>
                </a:spcAft>
                <a:buClrTx/>
                <a:buSzTx/>
                <a:buFontTx/>
                <a:buNone/>
                <a:tabLst/>
                <a:defRPr/>
              </a:pPr>
              <a:t>‹#›</a:t>
            </a:fld>
            <a:endParaRPr lang="en-ID" sz="1050" b="1" i="0">
              <a:solidFill>
                <a:schemeClr val="bg1"/>
              </a:solidFill>
              <a:latin typeface="Inter" panose="02000503000000020004" pitchFamily="2" charset="0"/>
              <a:ea typeface="Inter" panose="02000503000000020004" pitchFamily="2" charset="0"/>
            </a:endParaRPr>
          </a:p>
        </p:txBody>
      </p:sp>
    </p:spTree>
    <p:extLst>
      <p:ext uri="{BB962C8B-B14F-4D97-AF65-F5344CB8AC3E}">
        <p14:creationId xmlns:p14="http://schemas.microsoft.com/office/powerpoint/2010/main" val="26666516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6 boxes with footer">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0B4EA15-8148-B85B-CECD-E35E3CA7E1F4}"/>
              </a:ext>
            </a:extLst>
          </p:cNvPr>
          <p:cNvPicPr>
            <a:picLocks noChangeAspect="1"/>
          </p:cNvPicPr>
          <p:nvPr userDrawn="1"/>
        </p:nvPicPr>
        <p:blipFill>
          <a:blip r:embed="rId2"/>
          <a:stretch>
            <a:fillRect/>
          </a:stretch>
        </p:blipFill>
        <p:spPr>
          <a:xfrm>
            <a:off x="0" y="0"/>
            <a:ext cx="12192000" cy="6858000"/>
          </a:xfrm>
          <a:prstGeom prst="rect">
            <a:avLst/>
          </a:prstGeom>
        </p:spPr>
      </p:pic>
      <p:cxnSp>
        <p:nvCxnSpPr>
          <p:cNvPr id="5" name="Straight Connector 4">
            <a:extLst>
              <a:ext uri="{FF2B5EF4-FFF2-40B4-BE49-F238E27FC236}">
                <a16:creationId xmlns:a16="http://schemas.microsoft.com/office/drawing/2014/main" id="{71D409C2-35F5-9644-0CC6-E2C919EA45F6}"/>
              </a:ext>
              <a:ext uri="{C183D7F6-B498-43B3-948B-1728B52AA6E4}">
                <adec:decorative xmlns:adec="http://schemas.microsoft.com/office/drawing/2017/decorative" val="1"/>
              </a:ext>
            </a:extLst>
          </p:cNvPr>
          <p:cNvCxnSpPr>
            <a:cxnSpLocks/>
          </p:cNvCxnSpPr>
          <p:nvPr userDrawn="1"/>
        </p:nvCxnSpPr>
        <p:spPr>
          <a:xfrm>
            <a:off x="374815" y="190006"/>
            <a:ext cx="0" cy="499625"/>
          </a:xfrm>
          <a:prstGeom prst="line">
            <a:avLst/>
          </a:prstGeom>
          <a:ln w="12700" cap="rnd">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itle 4">
            <a:extLst>
              <a:ext uri="{FF2B5EF4-FFF2-40B4-BE49-F238E27FC236}">
                <a16:creationId xmlns:a16="http://schemas.microsoft.com/office/drawing/2014/main" id="{A9EAAECC-F0A9-C1FE-7F65-2E358CB33A0E}"/>
              </a:ext>
            </a:extLst>
          </p:cNvPr>
          <p:cNvSpPr>
            <a:spLocks noGrp="1"/>
          </p:cNvSpPr>
          <p:nvPr>
            <p:ph type="title" hasCustomPrompt="1"/>
          </p:nvPr>
        </p:nvSpPr>
        <p:spPr>
          <a:xfrm>
            <a:off x="571502" y="140230"/>
            <a:ext cx="11245354" cy="643541"/>
          </a:xfrm>
          <a:prstGeom prst="rect">
            <a:avLst/>
          </a:prstGeom>
          <a:ln>
            <a:noFill/>
          </a:ln>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2400" b="1" i="0" kern="1200">
                <a:solidFill>
                  <a:schemeClr val="tx1"/>
                </a:solidFill>
                <a:latin typeface="Inter" panose="02000503000000020004" pitchFamily="2" charset="0"/>
                <a:ea typeface="Inter" panose="02000503000000020004" pitchFamily="2" charset="0"/>
                <a:cs typeface="Calibri" panose="020F0502020204030204" pitchFamily="34" charset="0"/>
              </a:defRPr>
            </a:lvl1pPr>
          </a:lstStyle>
          <a:p>
            <a:r>
              <a:rPr lang="en-US"/>
              <a:t>Click to edit title</a:t>
            </a:r>
          </a:p>
        </p:txBody>
      </p:sp>
      <p:sp>
        <p:nvSpPr>
          <p:cNvPr id="6" name="Text Placeholder 15">
            <a:extLst>
              <a:ext uri="{FF2B5EF4-FFF2-40B4-BE49-F238E27FC236}">
                <a16:creationId xmlns:a16="http://schemas.microsoft.com/office/drawing/2014/main" id="{76E13248-217B-B539-088B-83C58BE5D0BD}"/>
              </a:ext>
            </a:extLst>
          </p:cNvPr>
          <p:cNvSpPr>
            <a:spLocks noGrp="1"/>
          </p:cNvSpPr>
          <p:nvPr>
            <p:ph type="body" sz="quarter" idx="35"/>
          </p:nvPr>
        </p:nvSpPr>
        <p:spPr>
          <a:xfrm>
            <a:off x="364399" y="1556717"/>
            <a:ext cx="3438501" cy="1848838"/>
          </a:xfrm>
          <a:prstGeom prst="rect">
            <a:avLst/>
          </a:prstGeom>
        </p:spPr>
        <p:txBody>
          <a:bodyPr/>
          <a:lstStyle>
            <a:lvl1pPr>
              <a:defRPr sz="1600" b="1">
                <a:solidFill>
                  <a:schemeClr val="accent3"/>
                </a:solidFill>
                <a:latin typeface="Inter" panose="02000503000000020004" pitchFamily="2" charset="0"/>
                <a:ea typeface="Inter" panose="02000503000000020004" pitchFamily="2" charset="0"/>
              </a:defRPr>
            </a:lvl1pPr>
            <a:lvl3pPr marL="594360">
              <a:defRPr sz="1500">
                <a:latin typeface="Inter" panose="02000503000000020004" pitchFamily="2" charset="0"/>
                <a:ea typeface="Inter" panose="02000503000000020004" pitchFamily="2" charset="0"/>
              </a:defRPr>
            </a:lvl3pPr>
            <a:lvl4pPr marL="868680">
              <a:defRPr sz="1500">
                <a:latin typeface="Inter" panose="02000503000000020004" pitchFamily="2" charset="0"/>
                <a:ea typeface="Inter" panose="02000503000000020004" pitchFamily="2" charset="0"/>
              </a:defRPr>
            </a:lvl4pPr>
            <a:lvl5pPr marL="1143000">
              <a:defRPr sz="1500">
                <a:latin typeface="Inter" panose="02000503000000020004" pitchFamily="2" charset="0"/>
                <a:ea typeface="Inter" panose="02000503000000020004" pitchFamily="2" charset="0"/>
              </a:defRPr>
            </a:lvl5pPr>
            <a:lvl6pPr marL="808038" indent="-222250">
              <a:tabLst/>
              <a:defRPr sz="1200"/>
            </a:lvl6pPr>
          </a:lstStyle>
          <a:p>
            <a:pPr lvl="0"/>
            <a:r>
              <a:rPr lang="en-US"/>
              <a:t>Click to edit Master text styles</a:t>
            </a:r>
          </a:p>
          <a:p>
            <a:pPr lvl="2"/>
            <a:r>
              <a:rPr lang="en-US"/>
              <a:t>Bullet 1</a:t>
            </a:r>
          </a:p>
          <a:p>
            <a:pPr lvl="3"/>
            <a:r>
              <a:rPr lang="en-US"/>
              <a:t>Bullet 2</a:t>
            </a:r>
          </a:p>
          <a:p>
            <a:pPr lvl="4"/>
            <a:r>
              <a:rPr lang="en-US"/>
              <a:t>Bullet 3</a:t>
            </a:r>
          </a:p>
        </p:txBody>
      </p:sp>
      <p:cxnSp>
        <p:nvCxnSpPr>
          <p:cNvPr id="12" name="Straight Connector 11">
            <a:extLst>
              <a:ext uri="{FF2B5EF4-FFF2-40B4-BE49-F238E27FC236}">
                <a16:creationId xmlns:a16="http://schemas.microsoft.com/office/drawing/2014/main" id="{528D6EFB-0462-364B-7552-5870CE0A1A66}"/>
              </a:ext>
              <a:ext uri="{C183D7F6-B498-43B3-948B-1728B52AA6E4}">
                <adec:decorative xmlns:adec="http://schemas.microsoft.com/office/drawing/2017/decorative" val="1"/>
              </a:ext>
            </a:extLst>
          </p:cNvPr>
          <p:cNvCxnSpPr>
            <a:cxnSpLocks/>
          </p:cNvCxnSpPr>
          <p:nvPr userDrawn="1"/>
        </p:nvCxnSpPr>
        <p:spPr>
          <a:xfrm>
            <a:off x="4112692" y="1068313"/>
            <a:ext cx="0" cy="4570486"/>
          </a:xfrm>
          <a:prstGeom prst="line">
            <a:avLst/>
          </a:prstGeom>
          <a:ln w="12700" cap="rnd">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BD621E4A-E289-B344-A2F1-3A84B53B5BE6}"/>
              </a:ext>
              <a:ext uri="{C183D7F6-B498-43B3-948B-1728B52AA6E4}">
                <adec:decorative xmlns:adec="http://schemas.microsoft.com/office/drawing/2017/decorative" val="1"/>
              </a:ext>
            </a:extLst>
          </p:cNvPr>
          <p:cNvCxnSpPr>
            <a:cxnSpLocks/>
          </p:cNvCxnSpPr>
          <p:nvPr userDrawn="1"/>
        </p:nvCxnSpPr>
        <p:spPr>
          <a:xfrm>
            <a:off x="8121985" y="1068313"/>
            <a:ext cx="0" cy="4570486"/>
          </a:xfrm>
          <a:prstGeom prst="line">
            <a:avLst/>
          </a:prstGeom>
          <a:ln w="12700" cap="rnd">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06A86FF5-2C63-F861-908C-55D570AB3C92}"/>
              </a:ext>
            </a:extLst>
          </p:cNvPr>
          <p:cNvSpPr>
            <a:spLocks noGrp="1"/>
          </p:cNvSpPr>
          <p:nvPr>
            <p:ph type="body" sz="quarter" idx="28" hasCustomPrompt="1"/>
          </p:nvPr>
        </p:nvSpPr>
        <p:spPr>
          <a:xfrm>
            <a:off x="384754" y="1068313"/>
            <a:ext cx="3429000" cy="333375"/>
          </a:xfrm>
          <a:prstGeom prst="rect">
            <a:avLst/>
          </a:prstGeom>
          <a:solidFill>
            <a:schemeClr val="tx2"/>
          </a:solidFill>
          <a:effectLst/>
        </p:spPr>
        <p:txBody>
          <a:bodyPr anchor="ctr"/>
          <a:lstStyle>
            <a:lvl1pPr algn="ctr">
              <a:buNone/>
              <a:defRPr sz="1600" b="1" i="0">
                <a:solidFill>
                  <a:schemeClr val="bg1"/>
                </a:solidFill>
                <a:latin typeface="+mj-lt"/>
              </a:defRPr>
            </a:lvl1pPr>
          </a:lstStyle>
          <a:p>
            <a:pPr lvl="0"/>
            <a:r>
              <a:rPr lang="en-US"/>
              <a:t>Heading 1</a:t>
            </a:r>
          </a:p>
        </p:txBody>
      </p:sp>
      <p:sp>
        <p:nvSpPr>
          <p:cNvPr id="15" name="Text Placeholder 5">
            <a:extLst>
              <a:ext uri="{FF2B5EF4-FFF2-40B4-BE49-F238E27FC236}">
                <a16:creationId xmlns:a16="http://schemas.microsoft.com/office/drawing/2014/main" id="{A7E25392-67AA-7B93-2ADC-3A350E4EFB2B}"/>
              </a:ext>
            </a:extLst>
          </p:cNvPr>
          <p:cNvSpPr>
            <a:spLocks noGrp="1"/>
          </p:cNvSpPr>
          <p:nvPr>
            <p:ph type="body" sz="quarter" idx="34" hasCustomPrompt="1"/>
          </p:nvPr>
        </p:nvSpPr>
        <p:spPr>
          <a:xfrm>
            <a:off x="384754" y="3706071"/>
            <a:ext cx="3438501" cy="333375"/>
          </a:xfrm>
          <a:prstGeom prst="rect">
            <a:avLst/>
          </a:prstGeom>
          <a:solidFill>
            <a:schemeClr val="tx2"/>
          </a:solidFill>
          <a:effectLst/>
        </p:spPr>
        <p:txBody>
          <a:bodyPr anchor="ctr"/>
          <a:lstStyle>
            <a:lvl1pPr algn="ctr">
              <a:buNone/>
              <a:defRPr sz="1600" b="1" i="0">
                <a:solidFill>
                  <a:schemeClr val="bg1"/>
                </a:solidFill>
                <a:latin typeface="+mj-lt"/>
              </a:defRPr>
            </a:lvl1pPr>
          </a:lstStyle>
          <a:p>
            <a:pPr lvl="0"/>
            <a:r>
              <a:rPr lang="en-US"/>
              <a:t>Heading 4</a:t>
            </a:r>
          </a:p>
        </p:txBody>
      </p:sp>
      <p:sp>
        <p:nvSpPr>
          <p:cNvPr id="16" name="Text Placeholder 5">
            <a:extLst>
              <a:ext uri="{FF2B5EF4-FFF2-40B4-BE49-F238E27FC236}">
                <a16:creationId xmlns:a16="http://schemas.microsoft.com/office/drawing/2014/main" id="{DFA2040C-C258-A5BE-03CD-1990EA3C8E40}"/>
              </a:ext>
            </a:extLst>
          </p:cNvPr>
          <p:cNvSpPr>
            <a:spLocks noGrp="1"/>
          </p:cNvSpPr>
          <p:nvPr>
            <p:ph type="body" sz="quarter" idx="29" hasCustomPrompt="1"/>
          </p:nvPr>
        </p:nvSpPr>
        <p:spPr>
          <a:xfrm>
            <a:off x="4384470" y="1068313"/>
            <a:ext cx="3428320" cy="333375"/>
          </a:xfrm>
          <a:prstGeom prst="rect">
            <a:avLst/>
          </a:prstGeom>
          <a:solidFill>
            <a:schemeClr val="tx2"/>
          </a:solidFill>
          <a:effectLst/>
        </p:spPr>
        <p:txBody>
          <a:bodyPr anchor="ctr"/>
          <a:lstStyle>
            <a:lvl1pPr algn="ctr">
              <a:buNone/>
              <a:defRPr sz="1600" b="1" i="0">
                <a:solidFill>
                  <a:schemeClr val="bg1"/>
                </a:solidFill>
                <a:latin typeface="+mj-lt"/>
              </a:defRPr>
            </a:lvl1pPr>
          </a:lstStyle>
          <a:p>
            <a:pPr lvl="0"/>
            <a:r>
              <a:rPr lang="en-US"/>
              <a:t>Heading 2</a:t>
            </a:r>
          </a:p>
        </p:txBody>
      </p:sp>
      <p:sp>
        <p:nvSpPr>
          <p:cNvPr id="17" name="Text Placeholder 5">
            <a:extLst>
              <a:ext uri="{FF2B5EF4-FFF2-40B4-BE49-F238E27FC236}">
                <a16:creationId xmlns:a16="http://schemas.microsoft.com/office/drawing/2014/main" id="{1331C4AB-DAC4-BE3C-05CA-662D6BCC6DA9}"/>
              </a:ext>
            </a:extLst>
          </p:cNvPr>
          <p:cNvSpPr>
            <a:spLocks noGrp="1"/>
          </p:cNvSpPr>
          <p:nvPr>
            <p:ph type="body" sz="quarter" idx="36" hasCustomPrompt="1"/>
          </p:nvPr>
        </p:nvSpPr>
        <p:spPr>
          <a:xfrm>
            <a:off x="4388881" y="3706071"/>
            <a:ext cx="3429000" cy="333375"/>
          </a:xfrm>
          <a:prstGeom prst="rect">
            <a:avLst/>
          </a:prstGeom>
          <a:solidFill>
            <a:schemeClr val="tx2"/>
          </a:solidFill>
          <a:effectLst/>
        </p:spPr>
        <p:txBody>
          <a:bodyPr anchor="ctr"/>
          <a:lstStyle>
            <a:lvl1pPr algn="ctr">
              <a:buNone/>
              <a:defRPr sz="1600" b="1" i="0">
                <a:solidFill>
                  <a:schemeClr val="bg1"/>
                </a:solidFill>
                <a:latin typeface="+mj-lt"/>
              </a:defRPr>
            </a:lvl1pPr>
          </a:lstStyle>
          <a:p>
            <a:pPr lvl="0"/>
            <a:r>
              <a:rPr lang="en-US"/>
              <a:t>Heading 5</a:t>
            </a:r>
          </a:p>
        </p:txBody>
      </p:sp>
      <p:sp>
        <p:nvSpPr>
          <p:cNvPr id="18" name="Text Placeholder 5">
            <a:extLst>
              <a:ext uri="{FF2B5EF4-FFF2-40B4-BE49-F238E27FC236}">
                <a16:creationId xmlns:a16="http://schemas.microsoft.com/office/drawing/2014/main" id="{0D13F899-B650-25BC-EF0A-603EBF1EF5A7}"/>
              </a:ext>
            </a:extLst>
          </p:cNvPr>
          <p:cNvSpPr>
            <a:spLocks noGrp="1"/>
          </p:cNvSpPr>
          <p:nvPr>
            <p:ph type="body" sz="quarter" idx="30" hasCustomPrompt="1"/>
          </p:nvPr>
        </p:nvSpPr>
        <p:spPr>
          <a:xfrm>
            <a:off x="8418153" y="1068313"/>
            <a:ext cx="3429000" cy="333375"/>
          </a:xfrm>
          <a:prstGeom prst="rect">
            <a:avLst/>
          </a:prstGeom>
          <a:solidFill>
            <a:schemeClr val="tx2"/>
          </a:solidFill>
          <a:effectLst/>
        </p:spPr>
        <p:txBody>
          <a:bodyPr anchor="ctr"/>
          <a:lstStyle>
            <a:lvl1pPr algn="ctr">
              <a:buNone/>
              <a:defRPr sz="1600" b="1" i="0">
                <a:solidFill>
                  <a:schemeClr val="bg1"/>
                </a:solidFill>
                <a:latin typeface="+mj-lt"/>
              </a:defRPr>
            </a:lvl1pPr>
          </a:lstStyle>
          <a:p>
            <a:pPr lvl="0"/>
            <a:r>
              <a:rPr lang="en-US"/>
              <a:t>Heading 3</a:t>
            </a:r>
          </a:p>
        </p:txBody>
      </p:sp>
      <p:sp>
        <p:nvSpPr>
          <p:cNvPr id="19" name="Text Placeholder 5">
            <a:extLst>
              <a:ext uri="{FF2B5EF4-FFF2-40B4-BE49-F238E27FC236}">
                <a16:creationId xmlns:a16="http://schemas.microsoft.com/office/drawing/2014/main" id="{7004713E-BD30-9626-9739-17F343EF2EA9}"/>
              </a:ext>
            </a:extLst>
          </p:cNvPr>
          <p:cNvSpPr>
            <a:spLocks noGrp="1"/>
          </p:cNvSpPr>
          <p:nvPr>
            <p:ph type="body" sz="quarter" idx="37" hasCustomPrompt="1"/>
          </p:nvPr>
        </p:nvSpPr>
        <p:spPr>
          <a:xfrm>
            <a:off x="8383507" y="3706071"/>
            <a:ext cx="3429000" cy="333375"/>
          </a:xfrm>
          <a:prstGeom prst="rect">
            <a:avLst/>
          </a:prstGeom>
          <a:solidFill>
            <a:schemeClr val="tx2"/>
          </a:solidFill>
          <a:effectLst/>
        </p:spPr>
        <p:txBody>
          <a:bodyPr anchor="ctr"/>
          <a:lstStyle>
            <a:lvl1pPr algn="ctr">
              <a:buNone/>
              <a:defRPr sz="1600" b="1" i="0">
                <a:solidFill>
                  <a:schemeClr val="bg1"/>
                </a:solidFill>
                <a:latin typeface="+mj-lt"/>
              </a:defRPr>
            </a:lvl1pPr>
          </a:lstStyle>
          <a:p>
            <a:pPr lvl="0"/>
            <a:r>
              <a:rPr lang="en-US"/>
              <a:t>Heading 6</a:t>
            </a:r>
          </a:p>
        </p:txBody>
      </p:sp>
      <p:sp>
        <p:nvSpPr>
          <p:cNvPr id="20" name="Text Placeholder 15">
            <a:extLst>
              <a:ext uri="{FF2B5EF4-FFF2-40B4-BE49-F238E27FC236}">
                <a16:creationId xmlns:a16="http://schemas.microsoft.com/office/drawing/2014/main" id="{1C88AA87-FE0D-C386-46ED-4009453A7B73}"/>
              </a:ext>
            </a:extLst>
          </p:cNvPr>
          <p:cNvSpPr>
            <a:spLocks noGrp="1"/>
          </p:cNvSpPr>
          <p:nvPr>
            <p:ph type="body" sz="quarter" idx="38"/>
          </p:nvPr>
        </p:nvSpPr>
        <p:spPr>
          <a:xfrm>
            <a:off x="4385414" y="1556717"/>
            <a:ext cx="3438501" cy="1848838"/>
          </a:xfrm>
          <a:prstGeom prst="rect">
            <a:avLst/>
          </a:prstGeom>
        </p:spPr>
        <p:txBody>
          <a:bodyPr/>
          <a:lstStyle>
            <a:lvl1pPr>
              <a:defRPr sz="1600" b="1">
                <a:solidFill>
                  <a:schemeClr val="accent3"/>
                </a:solidFill>
                <a:latin typeface="Inter" panose="02000503000000020004" pitchFamily="2" charset="0"/>
                <a:ea typeface="Inter" panose="02000503000000020004" pitchFamily="2" charset="0"/>
              </a:defRPr>
            </a:lvl1pPr>
            <a:lvl3pPr marL="594360">
              <a:defRPr sz="1500">
                <a:latin typeface="Inter" panose="02000503000000020004" pitchFamily="2" charset="0"/>
                <a:ea typeface="Inter" panose="02000503000000020004" pitchFamily="2" charset="0"/>
              </a:defRPr>
            </a:lvl3pPr>
            <a:lvl4pPr marL="868680">
              <a:defRPr sz="1500">
                <a:latin typeface="Inter" panose="02000503000000020004" pitchFamily="2" charset="0"/>
                <a:ea typeface="Inter" panose="02000503000000020004" pitchFamily="2" charset="0"/>
              </a:defRPr>
            </a:lvl4pPr>
            <a:lvl5pPr marL="1143000">
              <a:defRPr sz="1500">
                <a:latin typeface="Inter" panose="02000503000000020004" pitchFamily="2" charset="0"/>
                <a:ea typeface="Inter" panose="02000503000000020004" pitchFamily="2" charset="0"/>
              </a:defRPr>
            </a:lvl5pPr>
            <a:lvl6pPr marL="808038" indent="-222250">
              <a:tabLst/>
              <a:defRPr sz="1200"/>
            </a:lvl6pPr>
          </a:lstStyle>
          <a:p>
            <a:pPr lvl="0"/>
            <a:r>
              <a:rPr lang="en-US"/>
              <a:t>Click to edit Master text styles</a:t>
            </a:r>
          </a:p>
          <a:p>
            <a:pPr lvl="2"/>
            <a:r>
              <a:rPr lang="en-US"/>
              <a:t>Bullet 1</a:t>
            </a:r>
          </a:p>
          <a:p>
            <a:pPr lvl="3"/>
            <a:r>
              <a:rPr lang="en-US"/>
              <a:t>Bullet 2</a:t>
            </a:r>
          </a:p>
          <a:p>
            <a:pPr lvl="4"/>
            <a:r>
              <a:rPr lang="en-US"/>
              <a:t>Bullet 3</a:t>
            </a:r>
          </a:p>
        </p:txBody>
      </p:sp>
      <p:sp>
        <p:nvSpPr>
          <p:cNvPr id="21" name="Text Placeholder 15">
            <a:extLst>
              <a:ext uri="{FF2B5EF4-FFF2-40B4-BE49-F238E27FC236}">
                <a16:creationId xmlns:a16="http://schemas.microsoft.com/office/drawing/2014/main" id="{B11D0FB6-6590-E4A2-6EC5-525C59FC94BD}"/>
              </a:ext>
            </a:extLst>
          </p:cNvPr>
          <p:cNvSpPr>
            <a:spLocks noGrp="1"/>
          </p:cNvSpPr>
          <p:nvPr>
            <p:ph type="body" sz="quarter" idx="39"/>
          </p:nvPr>
        </p:nvSpPr>
        <p:spPr>
          <a:xfrm>
            <a:off x="8418153" y="1556717"/>
            <a:ext cx="3438501" cy="1848838"/>
          </a:xfrm>
          <a:prstGeom prst="rect">
            <a:avLst/>
          </a:prstGeom>
        </p:spPr>
        <p:txBody>
          <a:bodyPr/>
          <a:lstStyle>
            <a:lvl1pPr>
              <a:defRPr sz="1600" b="1">
                <a:solidFill>
                  <a:schemeClr val="accent3"/>
                </a:solidFill>
                <a:latin typeface="Inter" panose="02000503000000020004" pitchFamily="2" charset="0"/>
                <a:ea typeface="Inter" panose="02000503000000020004" pitchFamily="2" charset="0"/>
              </a:defRPr>
            </a:lvl1pPr>
            <a:lvl3pPr marL="594360">
              <a:defRPr sz="1500">
                <a:latin typeface="Inter" panose="02000503000000020004" pitchFamily="2" charset="0"/>
                <a:ea typeface="Inter" panose="02000503000000020004" pitchFamily="2" charset="0"/>
              </a:defRPr>
            </a:lvl3pPr>
            <a:lvl4pPr marL="868680">
              <a:defRPr sz="1500">
                <a:latin typeface="Inter" panose="02000503000000020004" pitchFamily="2" charset="0"/>
                <a:ea typeface="Inter" panose="02000503000000020004" pitchFamily="2" charset="0"/>
              </a:defRPr>
            </a:lvl4pPr>
            <a:lvl5pPr marL="1143000">
              <a:defRPr sz="1500">
                <a:latin typeface="Inter" panose="02000503000000020004" pitchFamily="2" charset="0"/>
                <a:ea typeface="Inter" panose="02000503000000020004" pitchFamily="2" charset="0"/>
              </a:defRPr>
            </a:lvl5pPr>
            <a:lvl6pPr marL="808038" indent="-222250">
              <a:tabLst/>
              <a:defRPr sz="1200"/>
            </a:lvl6pPr>
          </a:lstStyle>
          <a:p>
            <a:pPr lvl="0"/>
            <a:r>
              <a:rPr lang="en-US"/>
              <a:t>Click to edit Master text styles</a:t>
            </a:r>
          </a:p>
          <a:p>
            <a:pPr lvl="2"/>
            <a:r>
              <a:rPr lang="en-US"/>
              <a:t>Bullet 1</a:t>
            </a:r>
          </a:p>
          <a:p>
            <a:pPr lvl="3"/>
            <a:r>
              <a:rPr lang="en-US"/>
              <a:t>Bullet 2</a:t>
            </a:r>
          </a:p>
          <a:p>
            <a:pPr lvl="4"/>
            <a:r>
              <a:rPr lang="en-US"/>
              <a:t>Bullet 3</a:t>
            </a:r>
          </a:p>
        </p:txBody>
      </p:sp>
      <p:sp>
        <p:nvSpPr>
          <p:cNvPr id="22" name="Text Placeholder 15">
            <a:extLst>
              <a:ext uri="{FF2B5EF4-FFF2-40B4-BE49-F238E27FC236}">
                <a16:creationId xmlns:a16="http://schemas.microsoft.com/office/drawing/2014/main" id="{B321B687-AF2C-89E1-9773-8B31D0B9E97C}"/>
              </a:ext>
            </a:extLst>
          </p:cNvPr>
          <p:cNvSpPr>
            <a:spLocks noGrp="1"/>
          </p:cNvSpPr>
          <p:nvPr>
            <p:ph type="body" sz="quarter" idx="40"/>
          </p:nvPr>
        </p:nvSpPr>
        <p:spPr>
          <a:xfrm>
            <a:off x="364399" y="4170963"/>
            <a:ext cx="3438501" cy="1618724"/>
          </a:xfrm>
          <a:prstGeom prst="rect">
            <a:avLst/>
          </a:prstGeom>
        </p:spPr>
        <p:txBody>
          <a:bodyPr/>
          <a:lstStyle>
            <a:lvl1pPr>
              <a:defRPr sz="1600" b="1">
                <a:solidFill>
                  <a:schemeClr val="accent3"/>
                </a:solidFill>
                <a:latin typeface="Inter" panose="02000503000000020004" pitchFamily="2" charset="0"/>
                <a:ea typeface="Inter" panose="02000503000000020004" pitchFamily="2" charset="0"/>
              </a:defRPr>
            </a:lvl1pPr>
            <a:lvl3pPr marL="594360">
              <a:defRPr sz="1500">
                <a:latin typeface="Inter" panose="02000503000000020004" pitchFamily="2" charset="0"/>
                <a:ea typeface="Inter" panose="02000503000000020004" pitchFamily="2" charset="0"/>
              </a:defRPr>
            </a:lvl3pPr>
            <a:lvl4pPr marL="868680">
              <a:defRPr sz="1500">
                <a:latin typeface="Inter" panose="02000503000000020004" pitchFamily="2" charset="0"/>
                <a:ea typeface="Inter" panose="02000503000000020004" pitchFamily="2" charset="0"/>
              </a:defRPr>
            </a:lvl4pPr>
            <a:lvl5pPr marL="1143000">
              <a:defRPr sz="1500">
                <a:latin typeface="Inter" panose="02000503000000020004" pitchFamily="2" charset="0"/>
                <a:ea typeface="Inter" panose="02000503000000020004" pitchFamily="2" charset="0"/>
              </a:defRPr>
            </a:lvl5pPr>
            <a:lvl6pPr marL="808038" indent="-222250">
              <a:tabLst/>
              <a:defRPr sz="1200"/>
            </a:lvl6pPr>
          </a:lstStyle>
          <a:p>
            <a:pPr lvl="0"/>
            <a:r>
              <a:rPr lang="en-US"/>
              <a:t>Click to edit Master text styles</a:t>
            </a:r>
          </a:p>
          <a:p>
            <a:pPr lvl="2"/>
            <a:r>
              <a:rPr lang="en-US"/>
              <a:t>Bullet 1</a:t>
            </a:r>
          </a:p>
          <a:p>
            <a:pPr lvl="3"/>
            <a:r>
              <a:rPr lang="en-US"/>
              <a:t>Bullet 2</a:t>
            </a:r>
          </a:p>
          <a:p>
            <a:pPr lvl="4"/>
            <a:r>
              <a:rPr lang="en-US"/>
              <a:t>Bullet 3</a:t>
            </a:r>
          </a:p>
        </p:txBody>
      </p:sp>
      <p:sp>
        <p:nvSpPr>
          <p:cNvPr id="23" name="Text Placeholder 15">
            <a:extLst>
              <a:ext uri="{FF2B5EF4-FFF2-40B4-BE49-F238E27FC236}">
                <a16:creationId xmlns:a16="http://schemas.microsoft.com/office/drawing/2014/main" id="{75A8BD20-B02F-872D-6D4D-D294C970299C}"/>
              </a:ext>
            </a:extLst>
          </p:cNvPr>
          <p:cNvSpPr>
            <a:spLocks noGrp="1"/>
          </p:cNvSpPr>
          <p:nvPr>
            <p:ph type="body" sz="quarter" idx="41"/>
          </p:nvPr>
        </p:nvSpPr>
        <p:spPr>
          <a:xfrm>
            <a:off x="4385414" y="4170963"/>
            <a:ext cx="3438501" cy="1618724"/>
          </a:xfrm>
          <a:prstGeom prst="rect">
            <a:avLst/>
          </a:prstGeom>
        </p:spPr>
        <p:txBody>
          <a:bodyPr/>
          <a:lstStyle>
            <a:lvl1pPr>
              <a:defRPr sz="1600" b="1">
                <a:solidFill>
                  <a:schemeClr val="accent3"/>
                </a:solidFill>
                <a:latin typeface="Inter" panose="02000503000000020004" pitchFamily="2" charset="0"/>
                <a:ea typeface="Inter" panose="02000503000000020004" pitchFamily="2" charset="0"/>
              </a:defRPr>
            </a:lvl1pPr>
            <a:lvl3pPr marL="594360">
              <a:defRPr sz="1500">
                <a:latin typeface="Inter" panose="02000503000000020004" pitchFamily="2" charset="0"/>
                <a:ea typeface="Inter" panose="02000503000000020004" pitchFamily="2" charset="0"/>
              </a:defRPr>
            </a:lvl3pPr>
            <a:lvl4pPr marL="868680">
              <a:defRPr sz="1500">
                <a:latin typeface="Inter" panose="02000503000000020004" pitchFamily="2" charset="0"/>
                <a:ea typeface="Inter" panose="02000503000000020004" pitchFamily="2" charset="0"/>
              </a:defRPr>
            </a:lvl4pPr>
            <a:lvl5pPr marL="1143000">
              <a:defRPr sz="1500">
                <a:latin typeface="Inter" panose="02000503000000020004" pitchFamily="2" charset="0"/>
                <a:ea typeface="Inter" panose="02000503000000020004" pitchFamily="2" charset="0"/>
              </a:defRPr>
            </a:lvl5pPr>
            <a:lvl6pPr marL="808038" indent="-222250">
              <a:tabLst/>
              <a:defRPr sz="1200"/>
            </a:lvl6pPr>
          </a:lstStyle>
          <a:p>
            <a:pPr lvl="0"/>
            <a:r>
              <a:rPr lang="en-US"/>
              <a:t>Click to edit Master text styles</a:t>
            </a:r>
          </a:p>
          <a:p>
            <a:pPr lvl="2"/>
            <a:r>
              <a:rPr lang="en-US"/>
              <a:t>Bullet 1</a:t>
            </a:r>
          </a:p>
          <a:p>
            <a:pPr lvl="3"/>
            <a:r>
              <a:rPr lang="en-US"/>
              <a:t>Bullet 2</a:t>
            </a:r>
          </a:p>
          <a:p>
            <a:pPr lvl="4"/>
            <a:r>
              <a:rPr lang="en-US"/>
              <a:t>Bullet 3</a:t>
            </a:r>
          </a:p>
        </p:txBody>
      </p:sp>
      <p:sp>
        <p:nvSpPr>
          <p:cNvPr id="24" name="Text Placeholder 15">
            <a:extLst>
              <a:ext uri="{FF2B5EF4-FFF2-40B4-BE49-F238E27FC236}">
                <a16:creationId xmlns:a16="http://schemas.microsoft.com/office/drawing/2014/main" id="{75FEAE3F-DDCA-7CF8-7A24-9B3D547290C0}"/>
              </a:ext>
            </a:extLst>
          </p:cNvPr>
          <p:cNvSpPr>
            <a:spLocks noGrp="1"/>
          </p:cNvSpPr>
          <p:nvPr>
            <p:ph type="body" sz="quarter" idx="42"/>
          </p:nvPr>
        </p:nvSpPr>
        <p:spPr>
          <a:xfrm>
            <a:off x="8418153" y="4170963"/>
            <a:ext cx="3438501" cy="1618724"/>
          </a:xfrm>
          <a:prstGeom prst="rect">
            <a:avLst/>
          </a:prstGeom>
        </p:spPr>
        <p:txBody>
          <a:bodyPr/>
          <a:lstStyle>
            <a:lvl1pPr>
              <a:defRPr sz="1600" b="1">
                <a:solidFill>
                  <a:schemeClr val="accent3"/>
                </a:solidFill>
                <a:latin typeface="Inter" panose="02000503000000020004" pitchFamily="2" charset="0"/>
                <a:ea typeface="Inter" panose="02000503000000020004" pitchFamily="2" charset="0"/>
              </a:defRPr>
            </a:lvl1pPr>
            <a:lvl3pPr marL="594360">
              <a:defRPr sz="1500">
                <a:latin typeface="Inter" panose="02000503000000020004" pitchFamily="2" charset="0"/>
                <a:ea typeface="Inter" panose="02000503000000020004" pitchFamily="2" charset="0"/>
              </a:defRPr>
            </a:lvl3pPr>
            <a:lvl4pPr marL="868680">
              <a:defRPr sz="1500">
                <a:latin typeface="Inter" panose="02000503000000020004" pitchFamily="2" charset="0"/>
                <a:ea typeface="Inter" panose="02000503000000020004" pitchFamily="2" charset="0"/>
              </a:defRPr>
            </a:lvl4pPr>
            <a:lvl5pPr marL="1143000">
              <a:defRPr sz="1500">
                <a:latin typeface="Inter" panose="02000503000000020004" pitchFamily="2" charset="0"/>
                <a:ea typeface="Inter" panose="02000503000000020004" pitchFamily="2" charset="0"/>
              </a:defRPr>
            </a:lvl5pPr>
            <a:lvl6pPr marL="808038" indent="-222250">
              <a:tabLst/>
              <a:defRPr sz="1200"/>
            </a:lvl6pPr>
          </a:lstStyle>
          <a:p>
            <a:pPr lvl="0"/>
            <a:r>
              <a:rPr lang="en-US"/>
              <a:t>Click to edit Master text styles</a:t>
            </a:r>
          </a:p>
          <a:p>
            <a:pPr lvl="2"/>
            <a:r>
              <a:rPr lang="en-US"/>
              <a:t>Bullet 1</a:t>
            </a:r>
          </a:p>
          <a:p>
            <a:pPr lvl="3"/>
            <a:r>
              <a:rPr lang="en-US"/>
              <a:t>Bullet 2</a:t>
            </a:r>
          </a:p>
          <a:p>
            <a:pPr lvl="4"/>
            <a:r>
              <a:rPr lang="en-US"/>
              <a:t>Bullet 3</a:t>
            </a:r>
          </a:p>
        </p:txBody>
      </p:sp>
      <p:sp>
        <p:nvSpPr>
          <p:cNvPr id="3" name="SlideNo">
            <a:extLst>
              <a:ext uri="{FF2B5EF4-FFF2-40B4-BE49-F238E27FC236}">
                <a16:creationId xmlns:a16="http://schemas.microsoft.com/office/drawing/2014/main" id="{F6722A91-6225-0426-D063-19C02A645A98}"/>
              </a:ext>
            </a:extLst>
          </p:cNvPr>
          <p:cNvSpPr txBox="1">
            <a:spLocks/>
          </p:cNvSpPr>
          <p:nvPr userDrawn="1"/>
        </p:nvSpPr>
        <p:spPr>
          <a:xfrm>
            <a:off x="11350046" y="6417917"/>
            <a:ext cx="457200" cy="215252"/>
          </a:xfrm>
          <a:prstGeom prst="rect">
            <a:avLst/>
          </a:prstGeom>
          <a:noFill/>
        </p:spPr>
        <p:txBody>
          <a:bodyPr wrap="square" lIns="0" tIns="0" rIns="0" bIns="0" rtlCol="0" anchor="ctr">
            <a:spAutoFit/>
          </a:bodyPr>
          <a:lstStyle>
            <a:defPPr>
              <a:defRPr lang="en-US"/>
            </a:defPPr>
            <a:lvl1pPr marL="0" algn="ctr" defTabSz="457200" rtl="0" eaLnBrk="1" latinLnBrk="0" hangingPunct="1">
              <a:defRPr lang="en-ID" sz="1400" kern="1200" smtClean="0">
                <a:solidFill>
                  <a:schemeClr val="tx1">
                    <a:lumMod val="50000"/>
                    <a:lumOff val="50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457200" rtl="0" eaLnBrk="1" fontAlgn="auto" latinLnBrk="0" hangingPunct="1">
              <a:lnSpc>
                <a:spcPct val="150000"/>
              </a:lnSpc>
              <a:spcBef>
                <a:spcPts val="0"/>
              </a:spcBef>
              <a:spcAft>
                <a:spcPts val="0"/>
              </a:spcAft>
              <a:buClrTx/>
              <a:buSzTx/>
              <a:buFontTx/>
              <a:buNone/>
              <a:tabLst/>
              <a:defRPr/>
            </a:pPr>
            <a:fld id="{F2030FAF-A4A4-40ED-9EAC-96740896EED7}" type="slidenum">
              <a:rPr lang="en-ID" sz="1050" b="1" i="0" smtClean="0">
                <a:solidFill>
                  <a:schemeClr val="bg1"/>
                </a:solidFill>
                <a:latin typeface="Inter" panose="02000503000000020004" pitchFamily="2" charset="0"/>
                <a:ea typeface="Inter" panose="02000503000000020004" pitchFamily="2" charset="0"/>
              </a:rPr>
              <a:pPr marL="0" marR="0" lvl="0" indent="0" algn="r" defTabSz="457200" rtl="0" eaLnBrk="1" fontAlgn="auto" latinLnBrk="0" hangingPunct="1">
                <a:lnSpc>
                  <a:spcPct val="150000"/>
                </a:lnSpc>
                <a:spcBef>
                  <a:spcPts val="0"/>
                </a:spcBef>
                <a:spcAft>
                  <a:spcPts val="0"/>
                </a:spcAft>
                <a:buClrTx/>
                <a:buSzTx/>
                <a:buFontTx/>
                <a:buNone/>
                <a:tabLst/>
                <a:defRPr/>
              </a:pPr>
              <a:t>‹#›</a:t>
            </a:fld>
            <a:endParaRPr lang="en-ID" sz="1050" b="1" i="0">
              <a:solidFill>
                <a:schemeClr val="bg1"/>
              </a:solidFill>
              <a:latin typeface="Inter" panose="02000503000000020004" pitchFamily="2" charset="0"/>
              <a:ea typeface="Inter" panose="02000503000000020004" pitchFamily="2" charset="0"/>
            </a:endParaRPr>
          </a:p>
        </p:txBody>
      </p:sp>
    </p:spTree>
    <p:extLst>
      <p:ext uri="{BB962C8B-B14F-4D97-AF65-F5344CB8AC3E}">
        <p14:creationId xmlns:p14="http://schemas.microsoft.com/office/powerpoint/2010/main" val="27224038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3 column with icons and footer">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656ADE22-F671-1FD5-CF37-8B3261D1AACF}"/>
              </a:ext>
            </a:extLst>
          </p:cNvPr>
          <p:cNvPicPr>
            <a:picLocks noChangeAspect="1"/>
          </p:cNvPicPr>
          <p:nvPr userDrawn="1"/>
        </p:nvPicPr>
        <p:blipFill>
          <a:blip r:embed="rId2"/>
          <a:stretch>
            <a:fillRect/>
          </a:stretch>
        </p:blipFill>
        <p:spPr>
          <a:xfrm>
            <a:off x="0" y="0"/>
            <a:ext cx="12192000" cy="6858000"/>
          </a:xfrm>
          <a:prstGeom prst="rect">
            <a:avLst/>
          </a:prstGeom>
        </p:spPr>
      </p:pic>
      <p:cxnSp>
        <p:nvCxnSpPr>
          <p:cNvPr id="5" name="Straight Connector 4">
            <a:extLst>
              <a:ext uri="{FF2B5EF4-FFF2-40B4-BE49-F238E27FC236}">
                <a16:creationId xmlns:a16="http://schemas.microsoft.com/office/drawing/2014/main" id="{71D409C2-35F5-9644-0CC6-E2C919EA45F6}"/>
              </a:ext>
              <a:ext uri="{C183D7F6-B498-43B3-948B-1728B52AA6E4}">
                <adec:decorative xmlns:adec="http://schemas.microsoft.com/office/drawing/2017/decorative" val="1"/>
              </a:ext>
            </a:extLst>
          </p:cNvPr>
          <p:cNvCxnSpPr>
            <a:cxnSpLocks/>
          </p:cNvCxnSpPr>
          <p:nvPr userDrawn="1"/>
        </p:nvCxnSpPr>
        <p:spPr>
          <a:xfrm>
            <a:off x="374815" y="190006"/>
            <a:ext cx="0" cy="499625"/>
          </a:xfrm>
          <a:prstGeom prst="line">
            <a:avLst/>
          </a:prstGeom>
          <a:ln w="12700" cap="rnd">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itle 4">
            <a:extLst>
              <a:ext uri="{FF2B5EF4-FFF2-40B4-BE49-F238E27FC236}">
                <a16:creationId xmlns:a16="http://schemas.microsoft.com/office/drawing/2014/main" id="{A9EAAECC-F0A9-C1FE-7F65-2E358CB33A0E}"/>
              </a:ext>
            </a:extLst>
          </p:cNvPr>
          <p:cNvSpPr>
            <a:spLocks noGrp="1"/>
          </p:cNvSpPr>
          <p:nvPr>
            <p:ph type="title" hasCustomPrompt="1"/>
          </p:nvPr>
        </p:nvSpPr>
        <p:spPr>
          <a:xfrm>
            <a:off x="571502" y="140230"/>
            <a:ext cx="11245354" cy="643541"/>
          </a:xfrm>
          <a:prstGeom prst="rect">
            <a:avLst/>
          </a:prstGeom>
          <a:ln>
            <a:noFill/>
          </a:ln>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2400" b="1" i="0" kern="1200">
                <a:solidFill>
                  <a:schemeClr val="tx1"/>
                </a:solidFill>
                <a:latin typeface="Inter" panose="02000503000000020004" pitchFamily="2" charset="0"/>
                <a:ea typeface="Inter" panose="02000503000000020004" pitchFamily="2" charset="0"/>
                <a:cs typeface="Calibri" panose="020F0502020204030204" pitchFamily="34" charset="0"/>
              </a:defRPr>
            </a:lvl1pPr>
          </a:lstStyle>
          <a:p>
            <a:r>
              <a:rPr lang="en-US"/>
              <a:t>Click to edit title</a:t>
            </a:r>
          </a:p>
        </p:txBody>
      </p:sp>
      <p:sp>
        <p:nvSpPr>
          <p:cNvPr id="3" name="Text Placeholder 15">
            <a:extLst>
              <a:ext uri="{FF2B5EF4-FFF2-40B4-BE49-F238E27FC236}">
                <a16:creationId xmlns:a16="http://schemas.microsoft.com/office/drawing/2014/main" id="{E5BB2E64-B255-009E-3989-2E0C027ECD36}"/>
              </a:ext>
            </a:extLst>
          </p:cNvPr>
          <p:cNvSpPr>
            <a:spLocks noGrp="1"/>
          </p:cNvSpPr>
          <p:nvPr>
            <p:ph type="body" sz="quarter" idx="26"/>
          </p:nvPr>
        </p:nvSpPr>
        <p:spPr>
          <a:xfrm>
            <a:off x="384754" y="2496379"/>
            <a:ext cx="3621087" cy="3272690"/>
          </a:xfrm>
          <a:prstGeom prst="rect">
            <a:avLst/>
          </a:prstGeom>
        </p:spPr>
        <p:txBody>
          <a:bodyPr/>
          <a:lstStyle>
            <a:lvl1pPr>
              <a:defRPr sz="1600" b="1">
                <a:solidFill>
                  <a:schemeClr val="accent3"/>
                </a:solidFill>
                <a:latin typeface="Inter" panose="02000503000000020004" pitchFamily="2" charset="0"/>
                <a:ea typeface="Inter" panose="02000503000000020004" pitchFamily="2" charset="0"/>
              </a:defRPr>
            </a:lvl1pPr>
            <a:lvl3pPr marL="594360">
              <a:defRPr sz="1500">
                <a:latin typeface="Inter" panose="02000503000000020004" pitchFamily="2" charset="0"/>
                <a:ea typeface="Inter" panose="02000503000000020004" pitchFamily="2" charset="0"/>
              </a:defRPr>
            </a:lvl3pPr>
            <a:lvl4pPr marL="868680">
              <a:defRPr sz="1500">
                <a:latin typeface="Inter" panose="02000503000000020004" pitchFamily="2" charset="0"/>
                <a:ea typeface="Inter" panose="02000503000000020004" pitchFamily="2" charset="0"/>
              </a:defRPr>
            </a:lvl4pPr>
            <a:lvl5pPr marL="1143000">
              <a:defRPr sz="1500">
                <a:latin typeface="Inter" panose="02000503000000020004" pitchFamily="2" charset="0"/>
                <a:ea typeface="Inter" panose="02000503000000020004" pitchFamily="2" charset="0"/>
              </a:defRPr>
            </a:lvl5pPr>
            <a:lvl6pPr marL="808038" indent="-222250">
              <a:tabLst/>
              <a:defRPr sz="1200"/>
            </a:lvl6pPr>
          </a:lstStyle>
          <a:p>
            <a:pPr lvl="0"/>
            <a:r>
              <a:rPr lang="en-US"/>
              <a:t>Click to edit Master text styles</a:t>
            </a:r>
          </a:p>
          <a:p>
            <a:pPr lvl="2"/>
            <a:r>
              <a:rPr lang="en-US"/>
              <a:t>Bullet 1</a:t>
            </a:r>
          </a:p>
          <a:p>
            <a:pPr lvl="3"/>
            <a:r>
              <a:rPr lang="en-US"/>
              <a:t>Bullet 2</a:t>
            </a:r>
          </a:p>
          <a:p>
            <a:pPr lvl="4"/>
            <a:r>
              <a:rPr lang="en-US"/>
              <a:t>Bullet 3</a:t>
            </a:r>
          </a:p>
        </p:txBody>
      </p:sp>
      <p:sp>
        <p:nvSpPr>
          <p:cNvPr id="4" name="Text Placeholder 15">
            <a:extLst>
              <a:ext uri="{FF2B5EF4-FFF2-40B4-BE49-F238E27FC236}">
                <a16:creationId xmlns:a16="http://schemas.microsoft.com/office/drawing/2014/main" id="{2A261E40-DA06-D246-916E-DAB7C4A5B52C}"/>
              </a:ext>
            </a:extLst>
          </p:cNvPr>
          <p:cNvSpPr>
            <a:spLocks noGrp="1"/>
          </p:cNvSpPr>
          <p:nvPr>
            <p:ph type="body" sz="quarter" idx="27"/>
          </p:nvPr>
        </p:nvSpPr>
        <p:spPr>
          <a:xfrm>
            <a:off x="4288539" y="2496379"/>
            <a:ext cx="3621087" cy="3272690"/>
          </a:xfrm>
          <a:prstGeom prst="rect">
            <a:avLst/>
          </a:prstGeom>
        </p:spPr>
        <p:txBody>
          <a:bodyPr/>
          <a:lstStyle>
            <a:lvl1pPr>
              <a:defRPr sz="1600" b="1">
                <a:solidFill>
                  <a:schemeClr val="accent3"/>
                </a:solidFill>
                <a:latin typeface="Inter" panose="02000503000000020004" pitchFamily="2" charset="0"/>
                <a:ea typeface="Inter" panose="02000503000000020004" pitchFamily="2" charset="0"/>
              </a:defRPr>
            </a:lvl1pPr>
            <a:lvl3pPr marL="594360">
              <a:defRPr sz="1500">
                <a:latin typeface="Inter" panose="02000503000000020004" pitchFamily="2" charset="0"/>
                <a:ea typeface="Inter" panose="02000503000000020004" pitchFamily="2" charset="0"/>
              </a:defRPr>
            </a:lvl3pPr>
            <a:lvl4pPr marL="868680">
              <a:defRPr sz="1500">
                <a:latin typeface="Inter" panose="02000503000000020004" pitchFamily="2" charset="0"/>
                <a:ea typeface="Inter" panose="02000503000000020004" pitchFamily="2" charset="0"/>
              </a:defRPr>
            </a:lvl4pPr>
            <a:lvl5pPr marL="1143000">
              <a:defRPr sz="1500">
                <a:latin typeface="Inter" panose="02000503000000020004" pitchFamily="2" charset="0"/>
                <a:ea typeface="Inter" panose="02000503000000020004" pitchFamily="2" charset="0"/>
              </a:defRPr>
            </a:lvl5pPr>
            <a:lvl6pPr marL="808038" indent="-222250">
              <a:tabLst/>
              <a:defRPr sz="1200"/>
            </a:lvl6pPr>
          </a:lstStyle>
          <a:p>
            <a:pPr lvl="0"/>
            <a:r>
              <a:rPr lang="en-US"/>
              <a:t>Click to edit Master text styles</a:t>
            </a:r>
          </a:p>
          <a:p>
            <a:pPr lvl="2"/>
            <a:r>
              <a:rPr lang="en-US"/>
              <a:t>Bullet 1</a:t>
            </a:r>
          </a:p>
          <a:p>
            <a:pPr lvl="3"/>
            <a:r>
              <a:rPr lang="en-US"/>
              <a:t>Bullet 2</a:t>
            </a:r>
          </a:p>
          <a:p>
            <a:pPr lvl="4"/>
            <a:r>
              <a:rPr lang="en-US"/>
              <a:t>Bullet 3</a:t>
            </a:r>
          </a:p>
        </p:txBody>
      </p:sp>
      <p:sp>
        <p:nvSpPr>
          <p:cNvPr id="6" name="Text Placeholder 15">
            <a:extLst>
              <a:ext uri="{FF2B5EF4-FFF2-40B4-BE49-F238E27FC236}">
                <a16:creationId xmlns:a16="http://schemas.microsoft.com/office/drawing/2014/main" id="{D7D7431A-ADD2-5DD6-D623-D1CCDE2D1B38}"/>
              </a:ext>
            </a:extLst>
          </p:cNvPr>
          <p:cNvSpPr>
            <a:spLocks noGrp="1"/>
          </p:cNvSpPr>
          <p:nvPr>
            <p:ph type="body" sz="quarter" idx="28"/>
          </p:nvPr>
        </p:nvSpPr>
        <p:spPr>
          <a:xfrm>
            <a:off x="8192324" y="2496379"/>
            <a:ext cx="3621087" cy="3272690"/>
          </a:xfrm>
          <a:prstGeom prst="rect">
            <a:avLst/>
          </a:prstGeom>
        </p:spPr>
        <p:txBody>
          <a:bodyPr/>
          <a:lstStyle>
            <a:lvl1pPr>
              <a:defRPr sz="1600" b="1">
                <a:solidFill>
                  <a:schemeClr val="accent3"/>
                </a:solidFill>
                <a:latin typeface="Inter" panose="02000503000000020004" pitchFamily="2" charset="0"/>
                <a:ea typeface="Inter" panose="02000503000000020004" pitchFamily="2" charset="0"/>
              </a:defRPr>
            </a:lvl1pPr>
            <a:lvl3pPr marL="594360">
              <a:defRPr sz="1500">
                <a:latin typeface="Inter" panose="02000503000000020004" pitchFamily="2" charset="0"/>
                <a:ea typeface="Inter" panose="02000503000000020004" pitchFamily="2" charset="0"/>
              </a:defRPr>
            </a:lvl3pPr>
            <a:lvl4pPr marL="868680">
              <a:defRPr sz="1500">
                <a:latin typeface="Inter" panose="02000503000000020004" pitchFamily="2" charset="0"/>
                <a:ea typeface="Inter" panose="02000503000000020004" pitchFamily="2" charset="0"/>
              </a:defRPr>
            </a:lvl4pPr>
            <a:lvl5pPr marL="1143000">
              <a:defRPr sz="1500">
                <a:latin typeface="Inter" panose="02000503000000020004" pitchFamily="2" charset="0"/>
                <a:ea typeface="Inter" panose="02000503000000020004" pitchFamily="2" charset="0"/>
              </a:defRPr>
            </a:lvl5pPr>
            <a:lvl6pPr marL="808038" indent="-222250">
              <a:tabLst/>
              <a:defRPr sz="1200"/>
            </a:lvl6pPr>
          </a:lstStyle>
          <a:p>
            <a:pPr lvl="0"/>
            <a:r>
              <a:rPr lang="en-US"/>
              <a:t>Click to edit Master text styles</a:t>
            </a:r>
          </a:p>
          <a:p>
            <a:pPr lvl="2"/>
            <a:r>
              <a:rPr lang="en-US"/>
              <a:t>Bullet 1</a:t>
            </a:r>
          </a:p>
          <a:p>
            <a:pPr lvl="3"/>
            <a:r>
              <a:rPr lang="en-US"/>
              <a:t>Bullet 2</a:t>
            </a:r>
          </a:p>
          <a:p>
            <a:pPr lvl="4"/>
            <a:r>
              <a:rPr lang="en-US"/>
              <a:t>Bullet 3</a:t>
            </a:r>
          </a:p>
        </p:txBody>
      </p:sp>
      <p:cxnSp>
        <p:nvCxnSpPr>
          <p:cNvPr id="9" name="Straight Connector 8">
            <a:extLst>
              <a:ext uri="{FF2B5EF4-FFF2-40B4-BE49-F238E27FC236}">
                <a16:creationId xmlns:a16="http://schemas.microsoft.com/office/drawing/2014/main" id="{8E5A4C14-2929-DECF-319B-DABBF66091BD}"/>
              </a:ext>
              <a:ext uri="{C183D7F6-B498-43B3-948B-1728B52AA6E4}">
                <adec:decorative xmlns:adec="http://schemas.microsoft.com/office/drawing/2017/decorative" val="1"/>
              </a:ext>
            </a:extLst>
          </p:cNvPr>
          <p:cNvCxnSpPr>
            <a:cxnSpLocks/>
          </p:cNvCxnSpPr>
          <p:nvPr userDrawn="1"/>
        </p:nvCxnSpPr>
        <p:spPr>
          <a:xfrm>
            <a:off x="4147861" y="1068313"/>
            <a:ext cx="0" cy="4570486"/>
          </a:xfrm>
          <a:prstGeom prst="line">
            <a:avLst/>
          </a:prstGeom>
          <a:ln w="12700" cap="rnd">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D2710F8-310A-6DC9-2958-AD5E5DB5BB9F}"/>
              </a:ext>
              <a:ext uri="{C183D7F6-B498-43B3-948B-1728B52AA6E4}">
                <adec:decorative xmlns:adec="http://schemas.microsoft.com/office/drawing/2017/decorative" val="1"/>
              </a:ext>
            </a:extLst>
          </p:cNvPr>
          <p:cNvCxnSpPr>
            <a:cxnSpLocks/>
          </p:cNvCxnSpPr>
          <p:nvPr userDrawn="1"/>
        </p:nvCxnSpPr>
        <p:spPr>
          <a:xfrm>
            <a:off x="8051646" y="1068313"/>
            <a:ext cx="0" cy="4570486"/>
          </a:xfrm>
          <a:prstGeom prst="line">
            <a:avLst/>
          </a:prstGeom>
          <a:ln w="12700" cap="rnd">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1" name="Picture Placeholder 4">
            <a:extLst>
              <a:ext uri="{FF2B5EF4-FFF2-40B4-BE49-F238E27FC236}">
                <a16:creationId xmlns:a16="http://schemas.microsoft.com/office/drawing/2014/main" id="{A5C51E05-06AC-CAE5-F40A-34940B337C1E}"/>
              </a:ext>
              <a:ext uri="{C183D7F6-B498-43B3-948B-1728B52AA6E4}">
                <adec:decorative xmlns:adec="http://schemas.microsoft.com/office/drawing/2017/decorative" val="1"/>
              </a:ext>
            </a:extLst>
          </p:cNvPr>
          <p:cNvSpPr>
            <a:spLocks noGrp="1"/>
          </p:cNvSpPr>
          <p:nvPr>
            <p:ph type="pic" sz="quarter" idx="29" hasCustomPrompt="1"/>
          </p:nvPr>
        </p:nvSpPr>
        <p:spPr>
          <a:xfrm>
            <a:off x="1731118" y="1153317"/>
            <a:ext cx="746226" cy="645273"/>
          </a:xfrm>
          <a:prstGeom prst="rect">
            <a:avLst/>
          </a:prstGeom>
        </p:spPr>
        <p:txBody>
          <a:bodyPr/>
          <a:lstStyle>
            <a:lvl1pPr>
              <a:buNone/>
              <a:defRPr sz="2000" b="0">
                <a:latin typeface="Work Sans" pitchFamily="2" charset="77"/>
              </a:defRPr>
            </a:lvl1pPr>
          </a:lstStyle>
          <a:p>
            <a:r>
              <a:rPr lang="en-US"/>
              <a:t>Icon</a:t>
            </a:r>
          </a:p>
        </p:txBody>
      </p:sp>
      <p:sp>
        <p:nvSpPr>
          <p:cNvPr id="12" name="Picture Placeholder 4">
            <a:extLst>
              <a:ext uri="{FF2B5EF4-FFF2-40B4-BE49-F238E27FC236}">
                <a16:creationId xmlns:a16="http://schemas.microsoft.com/office/drawing/2014/main" id="{E49558F2-B251-448D-DEAE-DB3C27ECCD2F}"/>
              </a:ext>
              <a:ext uri="{C183D7F6-B498-43B3-948B-1728B52AA6E4}">
                <adec:decorative xmlns:adec="http://schemas.microsoft.com/office/drawing/2017/decorative" val="1"/>
              </a:ext>
            </a:extLst>
          </p:cNvPr>
          <p:cNvSpPr>
            <a:spLocks noGrp="1"/>
          </p:cNvSpPr>
          <p:nvPr>
            <p:ph type="pic" sz="quarter" idx="30" hasCustomPrompt="1"/>
          </p:nvPr>
        </p:nvSpPr>
        <p:spPr>
          <a:xfrm>
            <a:off x="5726648" y="1153317"/>
            <a:ext cx="746226" cy="645273"/>
          </a:xfrm>
          <a:prstGeom prst="rect">
            <a:avLst/>
          </a:prstGeom>
        </p:spPr>
        <p:txBody>
          <a:bodyPr/>
          <a:lstStyle>
            <a:lvl1pPr>
              <a:buNone/>
              <a:defRPr sz="2000" b="0">
                <a:latin typeface="Work Sans" pitchFamily="2" charset="77"/>
              </a:defRPr>
            </a:lvl1pPr>
          </a:lstStyle>
          <a:p>
            <a:r>
              <a:rPr lang="en-US"/>
              <a:t>Icon</a:t>
            </a:r>
          </a:p>
        </p:txBody>
      </p:sp>
      <p:sp>
        <p:nvSpPr>
          <p:cNvPr id="13" name="Picture Placeholder 4">
            <a:extLst>
              <a:ext uri="{FF2B5EF4-FFF2-40B4-BE49-F238E27FC236}">
                <a16:creationId xmlns:a16="http://schemas.microsoft.com/office/drawing/2014/main" id="{1369B30A-61EF-63E9-030F-F2DDEACB6DC7}"/>
              </a:ext>
              <a:ext uri="{C183D7F6-B498-43B3-948B-1728B52AA6E4}">
                <adec:decorative xmlns:adec="http://schemas.microsoft.com/office/drawing/2017/decorative" val="1"/>
              </a:ext>
            </a:extLst>
          </p:cNvPr>
          <p:cNvSpPr>
            <a:spLocks noGrp="1"/>
          </p:cNvSpPr>
          <p:nvPr>
            <p:ph type="pic" sz="quarter" idx="31" hasCustomPrompt="1"/>
          </p:nvPr>
        </p:nvSpPr>
        <p:spPr>
          <a:xfrm>
            <a:off x="9714656" y="1153317"/>
            <a:ext cx="746226" cy="645273"/>
          </a:xfrm>
          <a:prstGeom prst="rect">
            <a:avLst/>
          </a:prstGeom>
        </p:spPr>
        <p:txBody>
          <a:bodyPr/>
          <a:lstStyle>
            <a:lvl1pPr>
              <a:buNone/>
              <a:defRPr sz="2000" b="0">
                <a:latin typeface="Work Sans" pitchFamily="2" charset="77"/>
              </a:defRPr>
            </a:lvl1pPr>
          </a:lstStyle>
          <a:p>
            <a:r>
              <a:rPr lang="en-US"/>
              <a:t>Icon</a:t>
            </a:r>
          </a:p>
        </p:txBody>
      </p:sp>
      <p:sp>
        <p:nvSpPr>
          <p:cNvPr id="14" name="Text Placeholder 5">
            <a:extLst>
              <a:ext uri="{FF2B5EF4-FFF2-40B4-BE49-F238E27FC236}">
                <a16:creationId xmlns:a16="http://schemas.microsoft.com/office/drawing/2014/main" id="{06FEBA5A-B319-C4C6-18D2-0A62FB78442C}"/>
              </a:ext>
            </a:extLst>
          </p:cNvPr>
          <p:cNvSpPr>
            <a:spLocks noGrp="1"/>
          </p:cNvSpPr>
          <p:nvPr>
            <p:ph type="body" sz="quarter" idx="24" hasCustomPrompt="1"/>
          </p:nvPr>
        </p:nvSpPr>
        <p:spPr>
          <a:xfrm>
            <a:off x="381580" y="1976871"/>
            <a:ext cx="3621087" cy="333375"/>
          </a:xfrm>
          <a:prstGeom prst="rect">
            <a:avLst/>
          </a:prstGeom>
          <a:solidFill>
            <a:schemeClr val="tx2"/>
          </a:solidFill>
          <a:effectLst/>
        </p:spPr>
        <p:txBody>
          <a:bodyPr anchor="ctr"/>
          <a:lstStyle>
            <a:lvl1pPr algn="ctr">
              <a:buNone/>
              <a:defRPr sz="1600" b="1" i="0">
                <a:solidFill>
                  <a:schemeClr val="bg1"/>
                </a:solidFill>
                <a:latin typeface="+mj-lt"/>
              </a:defRPr>
            </a:lvl1pPr>
          </a:lstStyle>
          <a:p>
            <a:pPr lvl="0"/>
            <a:r>
              <a:rPr lang="en-US"/>
              <a:t>Heading 1</a:t>
            </a:r>
          </a:p>
        </p:txBody>
      </p:sp>
      <p:sp>
        <p:nvSpPr>
          <p:cNvPr id="15" name="Text Placeholder 5">
            <a:extLst>
              <a:ext uri="{FF2B5EF4-FFF2-40B4-BE49-F238E27FC236}">
                <a16:creationId xmlns:a16="http://schemas.microsoft.com/office/drawing/2014/main" id="{25AA4178-2569-4B2A-8F8C-41726451545B}"/>
              </a:ext>
            </a:extLst>
          </p:cNvPr>
          <p:cNvSpPr>
            <a:spLocks noGrp="1"/>
          </p:cNvSpPr>
          <p:nvPr>
            <p:ph type="body" sz="quarter" idx="22" hasCustomPrompt="1"/>
          </p:nvPr>
        </p:nvSpPr>
        <p:spPr>
          <a:xfrm>
            <a:off x="4285368" y="1976871"/>
            <a:ext cx="3621087" cy="333375"/>
          </a:xfrm>
          <a:prstGeom prst="rect">
            <a:avLst/>
          </a:prstGeom>
          <a:solidFill>
            <a:schemeClr val="tx2"/>
          </a:solidFill>
          <a:effectLst/>
        </p:spPr>
        <p:txBody>
          <a:bodyPr anchor="ctr"/>
          <a:lstStyle>
            <a:lvl1pPr algn="ctr">
              <a:buNone/>
              <a:defRPr sz="1600" b="1" i="0">
                <a:solidFill>
                  <a:schemeClr val="bg1"/>
                </a:solidFill>
                <a:latin typeface="+mj-lt"/>
              </a:defRPr>
            </a:lvl1pPr>
          </a:lstStyle>
          <a:p>
            <a:pPr lvl="0"/>
            <a:r>
              <a:rPr lang="en-US"/>
              <a:t>Heading 2</a:t>
            </a:r>
          </a:p>
        </p:txBody>
      </p:sp>
      <p:sp>
        <p:nvSpPr>
          <p:cNvPr id="16" name="Text Placeholder 5">
            <a:extLst>
              <a:ext uri="{FF2B5EF4-FFF2-40B4-BE49-F238E27FC236}">
                <a16:creationId xmlns:a16="http://schemas.microsoft.com/office/drawing/2014/main" id="{4DBA050E-1938-856A-7BA0-5F7B3C8F1B0D}"/>
              </a:ext>
            </a:extLst>
          </p:cNvPr>
          <p:cNvSpPr>
            <a:spLocks noGrp="1"/>
          </p:cNvSpPr>
          <p:nvPr>
            <p:ph type="body" sz="quarter" idx="23" hasCustomPrompt="1"/>
          </p:nvPr>
        </p:nvSpPr>
        <p:spPr>
          <a:xfrm>
            <a:off x="8185044" y="1980797"/>
            <a:ext cx="3621087" cy="333375"/>
          </a:xfrm>
          <a:prstGeom prst="rect">
            <a:avLst/>
          </a:prstGeom>
          <a:solidFill>
            <a:schemeClr val="tx2"/>
          </a:solidFill>
          <a:effectLst/>
        </p:spPr>
        <p:txBody>
          <a:bodyPr anchor="ctr"/>
          <a:lstStyle>
            <a:lvl1pPr algn="ctr">
              <a:buNone/>
              <a:defRPr sz="1600" b="1" i="0">
                <a:solidFill>
                  <a:schemeClr val="bg1"/>
                </a:solidFill>
                <a:latin typeface="+mj-lt"/>
              </a:defRPr>
            </a:lvl1pPr>
          </a:lstStyle>
          <a:p>
            <a:pPr lvl="0"/>
            <a:r>
              <a:rPr lang="en-US"/>
              <a:t>Heading 3</a:t>
            </a:r>
          </a:p>
        </p:txBody>
      </p:sp>
      <p:sp>
        <p:nvSpPr>
          <p:cNvPr id="8" name="SlideNo">
            <a:extLst>
              <a:ext uri="{FF2B5EF4-FFF2-40B4-BE49-F238E27FC236}">
                <a16:creationId xmlns:a16="http://schemas.microsoft.com/office/drawing/2014/main" id="{7CD322DB-73F1-22FB-9601-63A5347EB3E4}"/>
              </a:ext>
            </a:extLst>
          </p:cNvPr>
          <p:cNvSpPr txBox="1">
            <a:spLocks/>
          </p:cNvSpPr>
          <p:nvPr userDrawn="1"/>
        </p:nvSpPr>
        <p:spPr>
          <a:xfrm>
            <a:off x="11350046" y="6417917"/>
            <a:ext cx="457200" cy="215252"/>
          </a:xfrm>
          <a:prstGeom prst="rect">
            <a:avLst/>
          </a:prstGeom>
          <a:noFill/>
        </p:spPr>
        <p:txBody>
          <a:bodyPr wrap="square" lIns="0" tIns="0" rIns="0" bIns="0" rtlCol="0" anchor="ctr">
            <a:spAutoFit/>
          </a:bodyPr>
          <a:lstStyle>
            <a:defPPr>
              <a:defRPr lang="en-US"/>
            </a:defPPr>
            <a:lvl1pPr marL="0" algn="ctr" defTabSz="457200" rtl="0" eaLnBrk="1" latinLnBrk="0" hangingPunct="1">
              <a:defRPr lang="en-ID" sz="1400" kern="1200" smtClean="0">
                <a:solidFill>
                  <a:schemeClr val="tx1">
                    <a:lumMod val="50000"/>
                    <a:lumOff val="50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457200" rtl="0" eaLnBrk="1" fontAlgn="auto" latinLnBrk="0" hangingPunct="1">
              <a:lnSpc>
                <a:spcPct val="150000"/>
              </a:lnSpc>
              <a:spcBef>
                <a:spcPts val="0"/>
              </a:spcBef>
              <a:spcAft>
                <a:spcPts val="0"/>
              </a:spcAft>
              <a:buClrTx/>
              <a:buSzTx/>
              <a:buFontTx/>
              <a:buNone/>
              <a:tabLst/>
              <a:defRPr/>
            </a:pPr>
            <a:fld id="{F2030FAF-A4A4-40ED-9EAC-96740896EED7}" type="slidenum">
              <a:rPr lang="en-ID" sz="1050" b="1" i="0" smtClean="0">
                <a:solidFill>
                  <a:schemeClr val="bg1"/>
                </a:solidFill>
                <a:latin typeface="Inter" panose="02000503000000020004" pitchFamily="2" charset="0"/>
                <a:ea typeface="Inter" panose="02000503000000020004" pitchFamily="2" charset="0"/>
              </a:rPr>
              <a:pPr marL="0" marR="0" lvl="0" indent="0" algn="r" defTabSz="457200" rtl="0" eaLnBrk="1" fontAlgn="auto" latinLnBrk="0" hangingPunct="1">
                <a:lnSpc>
                  <a:spcPct val="150000"/>
                </a:lnSpc>
                <a:spcBef>
                  <a:spcPts val="0"/>
                </a:spcBef>
                <a:spcAft>
                  <a:spcPts val="0"/>
                </a:spcAft>
                <a:buClrTx/>
                <a:buSzTx/>
                <a:buFontTx/>
                <a:buNone/>
                <a:tabLst/>
                <a:defRPr/>
              </a:pPr>
              <a:t>‹#›</a:t>
            </a:fld>
            <a:endParaRPr lang="en-ID" sz="1050" b="1" i="0">
              <a:solidFill>
                <a:schemeClr val="bg1"/>
              </a:solidFill>
              <a:latin typeface="Inter" panose="02000503000000020004" pitchFamily="2" charset="0"/>
              <a:ea typeface="Inter" panose="02000503000000020004" pitchFamily="2" charset="0"/>
            </a:endParaRPr>
          </a:p>
        </p:txBody>
      </p:sp>
    </p:spTree>
    <p:extLst>
      <p:ext uri="{BB962C8B-B14F-4D97-AF65-F5344CB8AC3E}">
        <p14:creationId xmlns:p14="http://schemas.microsoft.com/office/powerpoint/2010/main" val="36701478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4 column with icons and footer">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85765DEB-27CE-5957-4884-09DE03F266D1}"/>
              </a:ext>
            </a:extLst>
          </p:cNvPr>
          <p:cNvPicPr>
            <a:picLocks noChangeAspect="1"/>
          </p:cNvPicPr>
          <p:nvPr userDrawn="1"/>
        </p:nvPicPr>
        <p:blipFill>
          <a:blip r:embed="rId2"/>
          <a:stretch>
            <a:fillRect/>
          </a:stretch>
        </p:blipFill>
        <p:spPr>
          <a:xfrm>
            <a:off x="0" y="0"/>
            <a:ext cx="12192000" cy="6858000"/>
          </a:xfrm>
          <a:prstGeom prst="rect">
            <a:avLst/>
          </a:prstGeom>
        </p:spPr>
      </p:pic>
      <p:cxnSp>
        <p:nvCxnSpPr>
          <p:cNvPr id="5" name="Straight Connector 4">
            <a:extLst>
              <a:ext uri="{FF2B5EF4-FFF2-40B4-BE49-F238E27FC236}">
                <a16:creationId xmlns:a16="http://schemas.microsoft.com/office/drawing/2014/main" id="{71D409C2-35F5-9644-0CC6-E2C919EA45F6}"/>
              </a:ext>
              <a:ext uri="{C183D7F6-B498-43B3-948B-1728B52AA6E4}">
                <adec:decorative xmlns:adec="http://schemas.microsoft.com/office/drawing/2017/decorative" val="1"/>
              </a:ext>
            </a:extLst>
          </p:cNvPr>
          <p:cNvCxnSpPr>
            <a:cxnSpLocks/>
          </p:cNvCxnSpPr>
          <p:nvPr userDrawn="1"/>
        </p:nvCxnSpPr>
        <p:spPr>
          <a:xfrm>
            <a:off x="374815" y="190006"/>
            <a:ext cx="0" cy="499625"/>
          </a:xfrm>
          <a:prstGeom prst="line">
            <a:avLst/>
          </a:prstGeom>
          <a:ln w="12700" cap="rnd">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itle 4">
            <a:extLst>
              <a:ext uri="{FF2B5EF4-FFF2-40B4-BE49-F238E27FC236}">
                <a16:creationId xmlns:a16="http://schemas.microsoft.com/office/drawing/2014/main" id="{A9EAAECC-F0A9-C1FE-7F65-2E358CB33A0E}"/>
              </a:ext>
            </a:extLst>
          </p:cNvPr>
          <p:cNvSpPr>
            <a:spLocks noGrp="1"/>
          </p:cNvSpPr>
          <p:nvPr>
            <p:ph type="title" hasCustomPrompt="1"/>
          </p:nvPr>
        </p:nvSpPr>
        <p:spPr>
          <a:xfrm>
            <a:off x="571502" y="140230"/>
            <a:ext cx="11245354" cy="643541"/>
          </a:xfrm>
          <a:prstGeom prst="rect">
            <a:avLst/>
          </a:prstGeom>
          <a:ln>
            <a:noFill/>
          </a:ln>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2400" b="1" i="0" kern="1200">
                <a:solidFill>
                  <a:schemeClr val="tx1"/>
                </a:solidFill>
                <a:latin typeface="Inter" panose="02000503000000020004" pitchFamily="2" charset="0"/>
                <a:ea typeface="Inter" panose="02000503000000020004" pitchFamily="2" charset="0"/>
                <a:cs typeface="Calibri" panose="020F0502020204030204" pitchFamily="34" charset="0"/>
              </a:defRPr>
            </a:lvl1pPr>
          </a:lstStyle>
          <a:p>
            <a:r>
              <a:rPr lang="en-US"/>
              <a:t>Click to edit title</a:t>
            </a:r>
          </a:p>
        </p:txBody>
      </p:sp>
      <p:sp>
        <p:nvSpPr>
          <p:cNvPr id="3" name="Text Placeholder 15">
            <a:extLst>
              <a:ext uri="{FF2B5EF4-FFF2-40B4-BE49-F238E27FC236}">
                <a16:creationId xmlns:a16="http://schemas.microsoft.com/office/drawing/2014/main" id="{D2D9EFC1-5738-DA23-2A95-1B8E7FFDB66A}"/>
              </a:ext>
            </a:extLst>
          </p:cNvPr>
          <p:cNvSpPr>
            <a:spLocks noGrp="1"/>
          </p:cNvSpPr>
          <p:nvPr>
            <p:ph type="body" sz="quarter" idx="28"/>
          </p:nvPr>
        </p:nvSpPr>
        <p:spPr>
          <a:xfrm>
            <a:off x="384755" y="2587176"/>
            <a:ext cx="2604628" cy="3181893"/>
          </a:xfrm>
          <a:prstGeom prst="rect">
            <a:avLst/>
          </a:prstGeom>
        </p:spPr>
        <p:txBody>
          <a:bodyPr/>
          <a:lstStyle>
            <a:lvl1pPr>
              <a:defRPr sz="1600" b="1">
                <a:solidFill>
                  <a:schemeClr val="accent3"/>
                </a:solidFill>
                <a:latin typeface="Inter" panose="02000503000000020004" pitchFamily="2" charset="0"/>
                <a:ea typeface="Inter" panose="02000503000000020004" pitchFamily="2" charset="0"/>
              </a:defRPr>
            </a:lvl1pPr>
            <a:lvl3pPr marL="594360">
              <a:defRPr sz="1500">
                <a:latin typeface="Inter" panose="02000503000000020004" pitchFamily="2" charset="0"/>
                <a:ea typeface="Inter" panose="02000503000000020004" pitchFamily="2" charset="0"/>
              </a:defRPr>
            </a:lvl3pPr>
            <a:lvl4pPr marL="868680">
              <a:defRPr sz="1500">
                <a:latin typeface="Inter" panose="02000503000000020004" pitchFamily="2" charset="0"/>
                <a:ea typeface="Inter" panose="02000503000000020004" pitchFamily="2" charset="0"/>
              </a:defRPr>
            </a:lvl4pPr>
            <a:lvl5pPr marL="1143000">
              <a:defRPr sz="1500">
                <a:latin typeface="Inter" panose="02000503000000020004" pitchFamily="2" charset="0"/>
                <a:ea typeface="Inter" panose="02000503000000020004" pitchFamily="2" charset="0"/>
              </a:defRPr>
            </a:lvl5pPr>
            <a:lvl6pPr marL="808038" indent="-222250">
              <a:tabLst/>
              <a:defRPr sz="1200"/>
            </a:lvl6pPr>
          </a:lstStyle>
          <a:p>
            <a:pPr lvl="0"/>
            <a:r>
              <a:rPr lang="en-US"/>
              <a:t>Click to edit Master text styles</a:t>
            </a:r>
          </a:p>
          <a:p>
            <a:pPr lvl="2"/>
            <a:r>
              <a:rPr lang="en-US"/>
              <a:t>Bullet 1</a:t>
            </a:r>
          </a:p>
          <a:p>
            <a:pPr lvl="3"/>
            <a:r>
              <a:rPr lang="en-US"/>
              <a:t>Bullet 2</a:t>
            </a:r>
          </a:p>
          <a:p>
            <a:pPr lvl="4"/>
            <a:r>
              <a:rPr lang="en-US"/>
              <a:t>Bullet 3</a:t>
            </a:r>
          </a:p>
        </p:txBody>
      </p:sp>
      <p:sp>
        <p:nvSpPr>
          <p:cNvPr id="4" name="Text Placeholder 5">
            <a:extLst>
              <a:ext uri="{FF2B5EF4-FFF2-40B4-BE49-F238E27FC236}">
                <a16:creationId xmlns:a16="http://schemas.microsoft.com/office/drawing/2014/main" id="{07C10AE7-738B-9D09-917B-C156C5F85369}"/>
              </a:ext>
            </a:extLst>
          </p:cNvPr>
          <p:cNvSpPr>
            <a:spLocks noGrp="1"/>
          </p:cNvSpPr>
          <p:nvPr>
            <p:ph type="body" sz="quarter" idx="26" hasCustomPrompt="1"/>
          </p:nvPr>
        </p:nvSpPr>
        <p:spPr>
          <a:xfrm>
            <a:off x="384754" y="2075327"/>
            <a:ext cx="2604628" cy="333375"/>
          </a:xfrm>
          <a:prstGeom prst="rect">
            <a:avLst/>
          </a:prstGeom>
          <a:solidFill>
            <a:schemeClr val="tx2"/>
          </a:solidFill>
          <a:effectLst/>
        </p:spPr>
        <p:txBody>
          <a:bodyPr anchor="ctr"/>
          <a:lstStyle>
            <a:lvl1pPr algn="ctr">
              <a:buNone/>
              <a:defRPr sz="1600" b="1" i="0">
                <a:solidFill>
                  <a:schemeClr val="bg1"/>
                </a:solidFill>
                <a:latin typeface="+mj-lt"/>
              </a:defRPr>
            </a:lvl1pPr>
          </a:lstStyle>
          <a:p>
            <a:pPr lvl="0"/>
            <a:r>
              <a:rPr lang="en-US"/>
              <a:t>Heading 1</a:t>
            </a:r>
          </a:p>
        </p:txBody>
      </p:sp>
      <p:sp>
        <p:nvSpPr>
          <p:cNvPr id="6" name="Text Placeholder 5">
            <a:extLst>
              <a:ext uri="{FF2B5EF4-FFF2-40B4-BE49-F238E27FC236}">
                <a16:creationId xmlns:a16="http://schemas.microsoft.com/office/drawing/2014/main" id="{B9E7C6D0-027C-C951-3454-198A808DDF1E}"/>
              </a:ext>
            </a:extLst>
          </p:cNvPr>
          <p:cNvSpPr>
            <a:spLocks noGrp="1"/>
          </p:cNvSpPr>
          <p:nvPr>
            <p:ph type="body" sz="quarter" idx="29" hasCustomPrompt="1"/>
          </p:nvPr>
        </p:nvSpPr>
        <p:spPr>
          <a:xfrm>
            <a:off x="3326097" y="2075327"/>
            <a:ext cx="2604628" cy="333375"/>
          </a:xfrm>
          <a:prstGeom prst="rect">
            <a:avLst/>
          </a:prstGeom>
          <a:solidFill>
            <a:schemeClr val="tx2"/>
          </a:solidFill>
          <a:effectLst/>
        </p:spPr>
        <p:txBody>
          <a:bodyPr anchor="ctr"/>
          <a:lstStyle>
            <a:lvl1pPr algn="ctr">
              <a:buNone/>
              <a:defRPr sz="1600" b="1" i="0">
                <a:solidFill>
                  <a:schemeClr val="bg1"/>
                </a:solidFill>
                <a:latin typeface="+mj-lt"/>
              </a:defRPr>
            </a:lvl1pPr>
          </a:lstStyle>
          <a:p>
            <a:pPr lvl="0"/>
            <a:r>
              <a:rPr lang="en-US"/>
              <a:t>Heading 2</a:t>
            </a:r>
          </a:p>
        </p:txBody>
      </p:sp>
      <p:sp>
        <p:nvSpPr>
          <p:cNvPr id="9" name="Text Placeholder 5">
            <a:extLst>
              <a:ext uri="{FF2B5EF4-FFF2-40B4-BE49-F238E27FC236}">
                <a16:creationId xmlns:a16="http://schemas.microsoft.com/office/drawing/2014/main" id="{32915B14-6AA3-4AE2-F867-2BE30AAC0F8E}"/>
              </a:ext>
            </a:extLst>
          </p:cNvPr>
          <p:cNvSpPr>
            <a:spLocks noGrp="1"/>
          </p:cNvSpPr>
          <p:nvPr>
            <p:ph type="body" sz="quarter" idx="30" hasCustomPrompt="1"/>
          </p:nvPr>
        </p:nvSpPr>
        <p:spPr>
          <a:xfrm>
            <a:off x="6267440" y="2075327"/>
            <a:ext cx="2604628" cy="333375"/>
          </a:xfrm>
          <a:prstGeom prst="rect">
            <a:avLst/>
          </a:prstGeom>
          <a:solidFill>
            <a:schemeClr val="tx2"/>
          </a:solidFill>
          <a:effectLst/>
        </p:spPr>
        <p:txBody>
          <a:bodyPr anchor="ctr"/>
          <a:lstStyle>
            <a:lvl1pPr algn="ctr">
              <a:buNone/>
              <a:defRPr sz="1600" b="1" i="0">
                <a:solidFill>
                  <a:schemeClr val="bg1"/>
                </a:solidFill>
                <a:latin typeface="+mj-lt"/>
              </a:defRPr>
            </a:lvl1pPr>
          </a:lstStyle>
          <a:p>
            <a:pPr lvl="0"/>
            <a:r>
              <a:rPr lang="en-US"/>
              <a:t>Heading 3</a:t>
            </a:r>
          </a:p>
        </p:txBody>
      </p:sp>
      <p:sp>
        <p:nvSpPr>
          <p:cNvPr id="10" name="Text Placeholder 5">
            <a:extLst>
              <a:ext uri="{FF2B5EF4-FFF2-40B4-BE49-F238E27FC236}">
                <a16:creationId xmlns:a16="http://schemas.microsoft.com/office/drawing/2014/main" id="{04459977-ED1D-BC63-4613-4EACDB641379}"/>
              </a:ext>
            </a:extLst>
          </p:cNvPr>
          <p:cNvSpPr>
            <a:spLocks noGrp="1"/>
          </p:cNvSpPr>
          <p:nvPr>
            <p:ph type="body" sz="quarter" idx="32" hasCustomPrompt="1"/>
          </p:nvPr>
        </p:nvSpPr>
        <p:spPr>
          <a:xfrm>
            <a:off x="9208784" y="2075327"/>
            <a:ext cx="2604628" cy="333375"/>
          </a:xfrm>
          <a:prstGeom prst="rect">
            <a:avLst/>
          </a:prstGeom>
          <a:solidFill>
            <a:schemeClr val="tx2"/>
          </a:solidFill>
          <a:effectLst/>
        </p:spPr>
        <p:txBody>
          <a:bodyPr anchor="ctr"/>
          <a:lstStyle>
            <a:lvl1pPr algn="ctr">
              <a:buNone/>
              <a:defRPr sz="1600" b="1" i="0">
                <a:solidFill>
                  <a:schemeClr val="bg1"/>
                </a:solidFill>
                <a:latin typeface="+mj-lt"/>
              </a:defRPr>
            </a:lvl1pPr>
          </a:lstStyle>
          <a:p>
            <a:pPr lvl="0"/>
            <a:r>
              <a:rPr lang="en-US"/>
              <a:t>Heading 4</a:t>
            </a:r>
          </a:p>
        </p:txBody>
      </p:sp>
      <p:sp>
        <p:nvSpPr>
          <p:cNvPr id="11" name="Text Placeholder 15">
            <a:extLst>
              <a:ext uri="{FF2B5EF4-FFF2-40B4-BE49-F238E27FC236}">
                <a16:creationId xmlns:a16="http://schemas.microsoft.com/office/drawing/2014/main" id="{2DDB608B-C679-A001-72A4-E735392E2017}"/>
              </a:ext>
            </a:extLst>
          </p:cNvPr>
          <p:cNvSpPr>
            <a:spLocks noGrp="1"/>
          </p:cNvSpPr>
          <p:nvPr>
            <p:ph type="body" sz="quarter" idx="33"/>
          </p:nvPr>
        </p:nvSpPr>
        <p:spPr>
          <a:xfrm>
            <a:off x="3327247" y="2587176"/>
            <a:ext cx="2604628" cy="3181893"/>
          </a:xfrm>
          <a:prstGeom prst="rect">
            <a:avLst/>
          </a:prstGeom>
        </p:spPr>
        <p:txBody>
          <a:bodyPr/>
          <a:lstStyle>
            <a:lvl1pPr>
              <a:defRPr sz="1600" b="1">
                <a:solidFill>
                  <a:schemeClr val="accent3"/>
                </a:solidFill>
                <a:latin typeface="Inter" panose="02000503000000020004" pitchFamily="2" charset="0"/>
                <a:ea typeface="Inter" panose="02000503000000020004" pitchFamily="2" charset="0"/>
              </a:defRPr>
            </a:lvl1pPr>
            <a:lvl3pPr marL="594360">
              <a:defRPr sz="1500">
                <a:latin typeface="Inter" panose="02000503000000020004" pitchFamily="2" charset="0"/>
                <a:ea typeface="Inter" panose="02000503000000020004" pitchFamily="2" charset="0"/>
              </a:defRPr>
            </a:lvl3pPr>
            <a:lvl4pPr marL="868680">
              <a:defRPr sz="1500">
                <a:latin typeface="Inter" panose="02000503000000020004" pitchFamily="2" charset="0"/>
                <a:ea typeface="Inter" panose="02000503000000020004" pitchFamily="2" charset="0"/>
              </a:defRPr>
            </a:lvl4pPr>
            <a:lvl5pPr marL="1143000">
              <a:defRPr sz="1500">
                <a:latin typeface="Inter" panose="02000503000000020004" pitchFamily="2" charset="0"/>
                <a:ea typeface="Inter" panose="02000503000000020004" pitchFamily="2" charset="0"/>
              </a:defRPr>
            </a:lvl5pPr>
            <a:lvl6pPr marL="808038" indent="-222250">
              <a:tabLst/>
              <a:defRPr sz="1200"/>
            </a:lvl6pPr>
          </a:lstStyle>
          <a:p>
            <a:pPr lvl="0"/>
            <a:r>
              <a:rPr lang="en-US"/>
              <a:t>Click to edit Master text styles</a:t>
            </a:r>
          </a:p>
          <a:p>
            <a:pPr lvl="2"/>
            <a:r>
              <a:rPr lang="en-US"/>
              <a:t>Bullet 1</a:t>
            </a:r>
          </a:p>
          <a:p>
            <a:pPr lvl="3"/>
            <a:r>
              <a:rPr lang="en-US"/>
              <a:t>Bullet 2</a:t>
            </a:r>
          </a:p>
          <a:p>
            <a:pPr lvl="4"/>
            <a:r>
              <a:rPr lang="en-US"/>
              <a:t>Bullet 3</a:t>
            </a:r>
          </a:p>
        </p:txBody>
      </p:sp>
      <p:sp>
        <p:nvSpPr>
          <p:cNvPr id="12" name="Text Placeholder 15">
            <a:extLst>
              <a:ext uri="{FF2B5EF4-FFF2-40B4-BE49-F238E27FC236}">
                <a16:creationId xmlns:a16="http://schemas.microsoft.com/office/drawing/2014/main" id="{470E7802-ADC3-0655-6C12-3D4AE736C06E}"/>
              </a:ext>
            </a:extLst>
          </p:cNvPr>
          <p:cNvSpPr>
            <a:spLocks noGrp="1"/>
          </p:cNvSpPr>
          <p:nvPr>
            <p:ph type="body" sz="quarter" idx="34"/>
          </p:nvPr>
        </p:nvSpPr>
        <p:spPr>
          <a:xfrm>
            <a:off x="6269739" y="2587176"/>
            <a:ext cx="2604628" cy="3181893"/>
          </a:xfrm>
          <a:prstGeom prst="rect">
            <a:avLst/>
          </a:prstGeom>
        </p:spPr>
        <p:txBody>
          <a:bodyPr/>
          <a:lstStyle>
            <a:lvl1pPr>
              <a:defRPr sz="1600" b="1">
                <a:solidFill>
                  <a:schemeClr val="accent3"/>
                </a:solidFill>
                <a:latin typeface="Inter" panose="02000503000000020004" pitchFamily="2" charset="0"/>
                <a:ea typeface="Inter" panose="02000503000000020004" pitchFamily="2" charset="0"/>
              </a:defRPr>
            </a:lvl1pPr>
            <a:lvl3pPr marL="594360">
              <a:defRPr sz="1500">
                <a:latin typeface="Inter" panose="02000503000000020004" pitchFamily="2" charset="0"/>
                <a:ea typeface="Inter" panose="02000503000000020004" pitchFamily="2" charset="0"/>
              </a:defRPr>
            </a:lvl3pPr>
            <a:lvl4pPr marL="868680">
              <a:defRPr sz="1500">
                <a:latin typeface="Inter" panose="02000503000000020004" pitchFamily="2" charset="0"/>
                <a:ea typeface="Inter" panose="02000503000000020004" pitchFamily="2" charset="0"/>
              </a:defRPr>
            </a:lvl4pPr>
            <a:lvl5pPr marL="1143000">
              <a:defRPr sz="1500">
                <a:latin typeface="Inter" panose="02000503000000020004" pitchFamily="2" charset="0"/>
                <a:ea typeface="Inter" panose="02000503000000020004" pitchFamily="2" charset="0"/>
              </a:defRPr>
            </a:lvl5pPr>
            <a:lvl6pPr marL="808038" indent="-222250">
              <a:tabLst/>
              <a:defRPr sz="1200"/>
            </a:lvl6pPr>
          </a:lstStyle>
          <a:p>
            <a:pPr lvl="0"/>
            <a:r>
              <a:rPr lang="en-US"/>
              <a:t>Click to edit Master text styles</a:t>
            </a:r>
          </a:p>
          <a:p>
            <a:pPr lvl="2"/>
            <a:r>
              <a:rPr lang="en-US"/>
              <a:t>Bullet 1</a:t>
            </a:r>
          </a:p>
          <a:p>
            <a:pPr lvl="3"/>
            <a:r>
              <a:rPr lang="en-US"/>
              <a:t>Bullet 2</a:t>
            </a:r>
          </a:p>
          <a:p>
            <a:pPr lvl="4"/>
            <a:r>
              <a:rPr lang="en-US"/>
              <a:t>Bullet 3</a:t>
            </a:r>
          </a:p>
        </p:txBody>
      </p:sp>
      <p:sp>
        <p:nvSpPr>
          <p:cNvPr id="13" name="Text Placeholder 15">
            <a:extLst>
              <a:ext uri="{FF2B5EF4-FFF2-40B4-BE49-F238E27FC236}">
                <a16:creationId xmlns:a16="http://schemas.microsoft.com/office/drawing/2014/main" id="{1E4123C3-CA07-C6A7-ED8F-0C6516499769}"/>
              </a:ext>
            </a:extLst>
          </p:cNvPr>
          <p:cNvSpPr>
            <a:spLocks noGrp="1"/>
          </p:cNvSpPr>
          <p:nvPr>
            <p:ph type="body" sz="quarter" idx="35"/>
          </p:nvPr>
        </p:nvSpPr>
        <p:spPr>
          <a:xfrm>
            <a:off x="9200508" y="2587176"/>
            <a:ext cx="2604628" cy="3181893"/>
          </a:xfrm>
          <a:prstGeom prst="rect">
            <a:avLst/>
          </a:prstGeom>
        </p:spPr>
        <p:txBody>
          <a:bodyPr/>
          <a:lstStyle>
            <a:lvl1pPr>
              <a:defRPr sz="1600" b="1">
                <a:solidFill>
                  <a:schemeClr val="accent3"/>
                </a:solidFill>
                <a:latin typeface="Inter" panose="02000503000000020004" pitchFamily="2" charset="0"/>
                <a:ea typeface="Inter" panose="02000503000000020004" pitchFamily="2" charset="0"/>
              </a:defRPr>
            </a:lvl1pPr>
            <a:lvl3pPr marL="594360">
              <a:defRPr sz="1500">
                <a:latin typeface="Inter" panose="02000503000000020004" pitchFamily="2" charset="0"/>
                <a:ea typeface="Inter" panose="02000503000000020004" pitchFamily="2" charset="0"/>
              </a:defRPr>
            </a:lvl3pPr>
            <a:lvl4pPr marL="868680">
              <a:defRPr sz="1500">
                <a:latin typeface="Inter" panose="02000503000000020004" pitchFamily="2" charset="0"/>
                <a:ea typeface="Inter" panose="02000503000000020004" pitchFamily="2" charset="0"/>
              </a:defRPr>
            </a:lvl4pPr>
            <a:lvl5pPr marL="1143000">
              <a:defRPr sz="1500">
                <a:latin typeface="Inter" panose="02000503000000020004" pitchFamily="2" charset="0"/>
                <a:ea typeface="Inter" panose="02000503000000020004" pitchFamily="2" charset="0"/>
              </a:defRPr>
            </a:lvl5pPr>
            <a:lvl6pPr marL="808038" indent="-222250">
              <a:tabLst/>
              <a:defRPr sz="1200"/>
            </a:lvl6pPr>
          </a:lstStyle>
          <a:p>
            <a:pPr lvl="0"/>
            <a:r>
              <a:rPr lang="en-US"/>
              <a:t>Click to edit Master text styles</a:t>
            </a:r>
          </a:p>
          <a:p>
            <a:pPr lvl="2"/>
            <a:r>
              <a:rPr lang="en-US"/>
              <a:t>Bullet 1</a:t>
            </a:r>
          </a:p>
          <a:p>
            <a:pPr lvl="3"/>
            <a:r>
              <a:rPr lang="en-US"/>
              <a:t>Bullet 2</a:t>
            </a:r>
          </a:p>
          <a:p>
            <a:pPr lvl="4"/>
            <a:r>
              <a:rPr lang="en-US"/>
              <a:t>Bullet 3</a:t>
            </a:r>
          </a:p>
        </p:txBody>
      </p:sp>
      <p:cxnSp>
        <p:nvCxnSpPr>
          <p:cNvPr id="14" name="Straight Connector 13">
            <a:extLst>
              <a:ext uri="{FF2B5EF4-FFF2-40B4-BE49-F238E27FC236}">
                <a16:creationId xmlns:a16="http://schemas.microsoft.com/office/drawing/2014/main" id="{C2FAFC56-EEAF-98FE-F61E-0D81297D3AF9}"/>
              </a:ext>
              <a:ext uri="{C183D7F6-B498-43B3-948B-1728B52AA6E4}">
                <adec:decorative xmlns:adec="http://schemas.microsoft.com/office/drawing/2017/decorative" val="1"/>
              </a:ext>
            </a:extLst>
          </p:cNvPr>
          <p:cNvCxnSpPr>
            <a:cxnSpLocks/>
          </p:cNvCxnSpPr>
          <p:nvPr userDrawn="1"/>
        </p:nvCxnSpPr>
        <p:spPr>
          <a:xfrm>
            <a:off x="3151400" y="1068313"/>
            <a:ext cx="0" cy="4570486"/>
          </a:xfrm>
          <a:prstGeom prst="line">
            <a:avLst/>
          </a:prstGeom>
          <a:ln w="12700" cap="rnd">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5C226E59-0F79-2343-F677-CC8AE7ABB5B3}"/>
              </a:ext>
              <a:ext uri="{C183D7F6-B498-43B3-948B-1728B52AA6E4}">
                <adec:decorative xmlns:adec="http://schemas.microsoft.com/office/drawing/2017/decorative" val="1"/>
              </a:ext>
            </a:extLst>
          </p:cNvPr>
          <p:cNvCxnSpPr>
            <a:cxnSpLocks/>
          </p:cNvCxnSpPr>
          <p:nvPr userDrawn="1"/>
        </p:nvCxnSpPr>
        <p:spPr>
          <a:xfrm>
            <a:off x="6105615" y="1068313"/>
            <a:ext cx="0" cy="4570486"/>
          </a:xfrm>
          <a:prstGeom prst="line">
            <a:avLst/>
          </a:prstGeom>
          <a:ln w="12700" cap="rnd">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005384C-0416-8DE8-FA28-19832C2BB165}"/>
              </a:ext>
              <a:ext uri="{C183D7F6-B498-43B3-948B-1728B52AA6E4}">
                <adec:decorative xmlns:adec="http://schemas.microsoft.com/office/drawing/2017/decorative" val="1"/>
              </a:ext>
            </a:extLst>
          </p:cNvPr>
          <p:cNvCxnSpPr>
            <a:cxnSpLocks/>
          </p:cNvCxnSpPr>
          <p:nvPr userDrawn="1"/>
        </p:nvCxnSpPr>
        <p:spPr>
          <a:xfrm>
            <a:off x="9036385" y="1068313"/>
            <a:ext cx="0" cy="4570486"/>
          </a:xfrm>
          <a:prstGeom prst="line">
            <a:avLst/>
          </a:prstGeom>
          <a:ln w="12700" cap="rnd">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7" name="Picture Placeholder 4">
            <a:extLst>
              <a:ext uri="{FF2B5EF4-FFF2-40B4-BE49-F238E27FC236}">
                <a16:creationId xmlns:a16="http://schemas.microsoft.com/office/drawing/2014/main" id="{7B31B59F-BD5D-2267-CE7F-2CA3CAE840C9}"/>
              </a:ext>
              <a:ext uri="{C183D7F6-B498-43B3-948B-1728B52AA6E4}">
                <adec:decorative xmlns:adec="http://schemas.microsoft.com/office/drawing/2017/decorative" val="1"/>
              </a:ext>
            </a:extLst>
          </p:cNvPr>
          <p:cNvSpPr>
            <a:spLocks noGrp="1"/>
          </p:cNvSpPr>
          <p:nvPr>
            <p:ph type="pic" sz="quarter" idx="27" hasCustomPrompt="1"/>
          </p:nvPr>
        </p:nvSpPr>
        <p:spPr>
          <a:xfrm>
            <a:off x="1224682" y="1153317"/>
            <a:ext cx="746226" cy="645273"/>
          </a:xfrm>
          <a:prstGeom prst="rect">
            <a:avLst/>
          </a:prstGeom>
        </p:spPr>
        <p:txBody>
          <a:bodyPr/>
          <a:lstStyle>
            <a:lvl1pPr>
              <a:buNone/>
              <a:defRPr sz="2000" b="0">
                <a:latin typeface="Work Sans" pitchFamily="2" charset="77"/>
              </a:defRPr>
            </a:lvl1pPr>
          </a:lstStyle>
          <a:p>
            <a:r>
              <a:rPr lang="en-US"/>
              <a:t>Icon</a:t>
            </a:r>
          </a:p>
        </p:txBody>
      </p:sp>
      <p:sp>
        <p:nvSpPr>
          <p:cNvPr id="18" name="Picture Placeholder 4">
            <a:extLst>
              <a:ext uri="{FF2B5EF4-FFF2-40B4-BE49-F238E27FC236}">
                <a16:creationId xmlns:a16="http://schemas.microsoft.com/office/drawing/2014/main" id="{E5A579CE-50EC-5B8D-B077-6A0B3F1531B4}"/>
              </a:ext>
              <a:ext uri="{C183D7F6-B498-43B3-948B-1728B52AA6E4}">
                <adec:decorative xmlns:adec="http://schemas.microsoft.com/office/drawing/2017/decorative" val="1"/>
              </a:ext>
            </a:extLst>
          </p:cNvPr>
          <p:cNvSpPr>
            <a:spLocks noGrp="1"/>
          </p:cNvSpPr>
          <p:nvPr>
            <p:ph type="pic" sz="quarter" idx="36" hasCustomPrompt="1"/>
          </p:nvPr>
        </p:nvSpPr>
        <p:spPr>
          <a:xfrm>
            <a:off x="4222743" y="1153317"/>
            <a:ext cx="746226" cy="645273"/>
          </a:xfrm>
          <a:prstGeom prst="rect">
            <a:avLst/>
          </a:prstGeom>
        </p:spPr>
        <p:txBody>
          <a:bodyPr/>
          <a:lstStyle>
            <a:lvl1pPr>
              <a:buNone/>
              <a:defRPr sz="2000" b="0">
                <a:latin typeface="Work Sans" pitchFamily="2" charset="77"/>
              </a:defRPr>
            </a:lvl1pPr>
          </a:lstStyle>
          <a:p>
            <a:r>
              <a:rPr lang="en-US"/>
              <a:t>Icon</a:t>
            </a:r>
          </a:p>
        </p:txBody>
      </p:sp>
      <p:sp>
        <p:nvSpPr>
          <p:cNvPr id="19" name="Picture Placeholder 4">
            <a:extLst>
              <a:ext uri="{FF2B5EF4-FFF2-40B4-BE49-F238E27FC236}">
                <a16:creationId xmlns:a16="http://schemas.microsoft.com/office/drawing/2014/main" id="{AEAAD77C-E073-B176-C7B1-2A9C7CC73F5E}"/>
              </a:ext>
              <a:ext uri="{C183D7F6-B498-43B3-948B-1728B52AA6E4}">
                <adec:decorative xmlns:adec="http://schemas.microsoft.com/office/drawing/2017/decorative" val="1"/>
              </a:ext>
            </a:extLst>
          </p:cNvPr>
          <p:cNvSpPr>
            <a:spLocks noGrp="1"/>
          </p:cNvSpPr>
          <p:nvPr>
            <p:ph type="pic" sz="quarter" idx="37" hasCustomPrompt="1"/>
          </p:nvPr>
        </p:nvSpPr>
        <p:spPr>
          <a:xfrm>
            <a:off x="7223033" y="1153317"/>
            <a:ext cx="746226" cy="645273"/>
          </a:xfrm>
          <a:prstGeom prst="rect">
            <a:avLst/>
          </a:prstGeom>
        </p:spPr>
        <p:txBody>
          <a:bodyPr/>
          <a:lstStyle>
            <a:lvl1pPr>
              <a:buNone/>
              <a:defRPr sz="2000" b="0">
                <a:latin typeface="Work Sans" pitchFamily="2" charset="77"/>
              </a:defRPr>
            </a:lvl1pPr>
          </a:lstStyle>
          <a:p>
            <a:r>
              <a:rPr lang="en-US"/>
              <a:t>Icon</a:t>
            </a:r>
          </a:p>
        </p:txBody>
      </p:sp>
      <p:sp>
        <p:nvSpPr>
          <p:cNvPr id="20" name="Picture Placeholder 4">
            <a:extLst>
              <a:ext uri="{FF2B5EF4-FFF2-40B4-BE49-F238E27FC236}">
                <a16:creationId xmlns:a16="http://schemas.microsoft.com/office/drawing/2014/main" id="{1EAD4C46-2F93-80ED-B9F1-4C325B3232C6}"/>
              </a:ext>
              <a:ext uri="{C183D7F6-B498-43B3-948B-1728B52AA6E4}">
                <adec:decorative xmlns:adec="http://schemas.microsoft.com/office/drawing/2017/decorative" val="1"/>
              </a:ext>
            </a:extLst>
          </p:cNvPr>
          <p:cNvSpPr>
            <a:spLocks noGrp="1"/>
          </p:cNvSpPr>
          <p:nvPr>
            <p:ph type="pic" sz="quarter" idx="38" hasCustomPrompt="1"/>
          </p:nvPr>
        </p:nvSpPr>
        <p:spPr>
          <a:xfrm>
            <a:off x="10221092" y="1153317"/>
            <a:ext cx="746226" cy="645273"/>
          </a:xfrm>
          <a:prstGeom prst="rect">
            <a:avLst/>
          </a:prstGeom>
        </p:spPr>
        <p:txBody>
          <a:bodyPr/>
          <a:lstStyle>
            <a:lvl1pPr>
              <a:buNone/>
              <a:defRPr sz="2000" b="0">
                <a:latin typeface="Work Sans" pitchFamily="2" charset="77"/>
              </a:defRPr>
            </a:lvl1pPr>
          </a:lstStyle>
          <a:p>
            <a:r>
              <a:rPr lang="en-US"/>
              <a:t>Icon</a:t>
            </a:r>
          </a:p>
        </p:txBody>
      </p:sp>
      <p:sp>
        <p:nvSpPr>
          <p:cNvPr id="8" name="SlideNo">
            <a:extLst>
              <a:ext uri="{FF2B5EF4-FFF2-40B4-BE49-F238E27FC236}">
                <a16:creationId xmlns:a16="http://schemas.microsoft.com/office/drawing/2014/main" id="{7FC9874B-6313-C83B-691E-362F1250E0BA}"/>
              </a:ext>
            </a:extLst>
          </p:cNvPr>
          <p:cNvSpPr txBox="1">
            <a:spLocks/>
          </p:cNvSpPr>
          <p:nvPr userDrawn="1"/>
        </p:nvSpPr>
        <p:spPr>
          <a:xfrm>
            <a:off x="11350046" y="6417917"/>
            <a:ext cx="457200" cy="215252"/>
          </a:xfrm>
          <a:prstGeom prst="rect">
            <a:avLst/>
          </a:prstGeom>
          <a:noFill/>
        </p:spPr>
        <p:txBody>
          <a:bodyPr wrap="square" lIns="0" tIns="0" rIns="0" bIns="0" rtlCol="0" anchor="ctr">
            <a:spAutoFit/>
          </a:bodyPr>
          <a:lstStyle>
            <a:defPPr>
              <a:defRPr lang="en-US"/>
            </a:defPPr>
            <a:lvl1pPr marL="0" algn="ctr" defTabSz="457200" rtl="0" eaLnBrk="1" latinLnBrk="0" hangingPunct="1">
              <a:defRPr lang="en-ID" sz="1400" kern="1200" smtClean="0">
                <a:solidFill>
                  <a:schemeClr val="tx1">
                    <a:lumMod val="50000"/>
                    <a:lumOff val="50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457200" rtl="0" eaLnBrk="1" fontAlgn="auto" latinLnBrk="0" hangingPunct="1">
              <a:lnSpc>
                <a:spcPct val="150000"/>
              </a:lnSpc>
              <a:spcBef>
                <a:spcPts val="0"/>
              </a:spcBef>
              <a:spcAft>
                <a:spcPts val="0"/>
              </a:spcAft>
              <a:buClrTx/>
              <a:buSzTx/>
              <a:buFontTx/>
              <a:buNone/>
              <a:tabLst/>
              <a:defRPr/>
            </a:pPr>
            <a:fld id="{F2030FAF-A4A4-40ED-9EAC-96740896EED7}" type="slidenum">
              <a:rPr lang="en-ID" sz="1050" b="1" i="0" smtClean="0">
                <a:solidFill>
                  <a:schemeClr val="bg1"/>
                </a:solidFill>
                <a:latin typeface="Inter" panose="02000503000000020004" pitchFamily="2" charset="0"/>
                <a:ea typeface="Inter" panose="02000503000000020004" pitchFamily="2" charset="0"/>
              </a:rPr>
              <a:pPr marL="0" marR="0" lvl="0" indent="0" algn="r" defTabSz="457200" rtl="0" eaLnBrk="1" fontAlgn="auto" latinLnBrk="0" hangingPunct="1">
                <a:lnSpc>
                  <a:spcPct val="150000"/>
                </a:lnSpc>
                <a:spcBef>
                  <a:spcPts val="0"/>
                </a:spcBef>
                <a:spcAft>
                  <a:spcPts val="0"/>
                </a:spcAft>
                <a:buClrTx/>
                <a:buSzTx/>
                <a:buFontTx/>
                <a:buNone/>
                <a:tabLst/>
                <a:defRPr/>
              </a:pPr>
              <a:t>‹#›</a:t>
            </a:fld>
            <a:endParaRPr lang="en-ID" sz="1050" b="1" i="0">
              <a:solidFill>
                <a:schemeClr val="bg1"/>
              </a:solidFill>
              <a:latin typeface="Inter" panose="02000503000000020004" pitchFamily="2" charset="0"/>
              <a:ea typeface="Inter" panose="02000503000000020004" pitchFamily="2" charset="0"/>
            </a:endParaRPr>
          </a:p>
        </p:txBody>
      </p:sp>
    </p:spTree>
    <p:extLst>
      <p:ext uri="{BB962C8B-B14F-4D97-AF65-F5344CB8AC3E}">
        <p14:creationId xmlns:p14="http://schemas.microsoft.com/office/powerpoint/2010/main" val="398779639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urvey Slide">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AB968DBF-E8A7-641C-33A9-2D4D81F6443F}"/>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6" name="Title 3">
            <a:extLst>
              <a:ext uri="{FF2B5EF4-FFF2-40B4-BE49-F238E27FC236}">
                <a16:creationId xmlns:a16="http://schemas.microsoft.com/office/drawing/2014/main" id="{8416C805-9827-17FC-59E2-D663CEE8225F}"/>
              </a:ext>
            </a:extLst>
          </p:cNvPr>
          <p:cNvSpPr>
            <a:spLocks noGrp="1"/>
          </p:cNvSpPr>
          <p:nvPr>
            <p:ph type="title" hasCustomPrompt="1"/>
          </p:nvPr>
        </p:nvSpPr>
        <p:spPr>
          <a:xfrm>
            <a:off x="838200" y="815239"/>
            <a:ext cx="5761038" cy="3135174"/>
          </a:xfrm>
          <a:prstGeom prst="rect">
            <a:avLst/>
          </a:prstGeom>
        </p:spPr>
        <p:txBody>
          <a:bodyPr anchor="b">
            <a:normAutofit/>
          </a:bodyPr>
          <a:lstStyle>
            <a:lvl1pPr>
              <a:defRPr sz="4800" b="0">
                <a:solidFill>
                  <a:schemeClr val="tx1"/>
                </a:solidFill>
                <a:latin typeface="Inter" panose="02000503000000020004" pitchFamily="2" charset="0"/>
                <a:ea typeface="Inter" panose="02000503000000020004" pitchFamily="2" charset="0"/>
              </a:defRPr>
            </a:lvl1pPr>
          </a:lstStyle>
          <a:p>
            <a:r>
              <a:rPr lang="en-US" dirty="0"/>
              <a:t>What are your thoughts about</a:t>
            </a:r>
            <a:br>
              <a:rPr lang="en-US" dirty="0"/>
            </a:br>
            <a:r>
              <a:rPr lang="en-US" dirty="0"/>
              <a:t>this session?</a:t>
            </a:r>
          </a:p>
        </p:txBody>
      </p:sp>
      <p:sp>
        <p:nvSpPr>
          <p:cNvPr id="27" name="Text Placeholder 6">
            <a:extLst>
              <a:ext uri="{FF2B5EF4-FFF2-40B4-BE49-F238E27FC236}">
                <a16:creationId xmlns:a16="http://schemas.microsoft.com/office/drawing/2014/main" id="{BE5E557E-6D05-5014-330E-D05FB40E65B9}"/>
              </a:ext>
            </a:extLst>
          </p:cNvPr>
          <p:cNvSpPr>
            <a:spLocks noGrp="1"/>
          </p:cNvSpPr>
          <p:nvPr>
            <p:ph type="body" sz="quarter" idx="10" hasCustomPrompt="1"/>
          </p:nvPr>
        </p:nvSpPr>
        <p:spPr>
          <a:xfrm>
            <a:off x="838200" y="4121652"/>
            <a:ext cx="5761038" cy="365125"/>
          </a:xfrm>
          <a:prstGeom prst="rect">
            <a:avLst/>
          </a:prstGeom>
          <a:noFill/>
        </p:spPr>
        <p:txBody>
          <a:bodyPr anchor="b">
            <a:normAutofit/>
          </a:bodyPr>
          <a:lstStyle>
            <a:lvl1pPr>
              <a:buNone/>
              <a:defRPr sz="2000">
                <a:solidFill>
                  <a:schemeClr val="accent3"/>
                </a:solidFill>
                <a:latin typeface="Inter" panose="02000503000000020004" pitchFamily="2" charset="0"/>
                <a:ea typeface="Inter" panose="02000503000000020004" pitchFamily="2" charset="0"/>
              </a:defRPr>
            </a:lvl1pPr>
          </a:lstStyle>
          <a:p>
            <a:pPr lvl="0"/>
            <a:r>
              <a:rPr lang="en-US" dirty="0"/>
              <a:t>Tell us in a quick survey. Scan to get started.</a:t>
            </a:r>
          </a:p>
        </p:txBody>
      </p:sp>
      <p:pic>
        <p:nvPicPr>
          <p:cNvPr id="9" name="Picture 8">
            <a:extLst>
              <a:ext uri="{FF2B5EF4-FFF2-40B4-BE49-F238E27FC236}">
                <a16:creationId xmlns:a16="http://schemas.microsoft.com/office/drawing/2014/main" id="{1E06E0EE-7538-6F30-7536-0557A1E95FB3}"/>
              </a:ext>
            </a:extLst>
          </p:cNvPr>
          <p:cNvPicPr>
            <a:picLocks noChangeAspect="1"/>
          </p:cNvPicPr>
          <p:nvPr userDrawn="1"/>
        </p:nvPicPr>
        <p:blipFill>
          <a:blip r:embed="rId3"/>
          <a:srcRect/>
          <a:stretch/>
        </p:blipFill>
        <p:spPr>
          <a:xfrm>
            <a:off x="5918200" y="685800"/>
            <a:ext cx="6858000" cy="6172200"/>
          </a:xfrm>
          <a:prstGeom prst="rect">
            <a:avLst/>
          </a:prstGeom>
        </p:spPr>
      </p:pic>
      <p:pic>
        <p:nvPicPr>
          <p:cNvPr id="18" name="Picture 17">
            <a:extLst>
              <a:ext uri="{FF2B5EF4-FFF2-40B4-BE49-F238E27FC236}">
                <a16:creationId xmlns:a16="http://schemas.microsoft.com/office/drawing/2014/main" id="{BC507245-A5B3-6B58-818D-46489AE97349}"/>
              </a:ext>
            </a:extLst>
          </p:cNvPr>
          <p:cNvPicPr>
            <a:picLocks noChangeAspect="1"/>
          </p:cNvPicPr>
          <p:nvPr userDrawn="1"/>
        </p:nvPicPr>
        <p:blipFill>
          <a:blip r:embed="rId4"/>
          <a:stretch>
            <a:fillRect/>
          </a:stretch>
        </p:blipFill>
        <p:spPr>
          <a:xfrm>
            <a:off x="0" y="0"/>
            <a:ext cx="12192000" cy="6858000"/>
          </a:xfrm>
          <a:prstGeom prst="rect">
            <a:avLst/>
          </a:prstGeom>
        </p:spPr>
      </p:pic>
      <p:pic>
        <p:nvPicPr>
          <p:cNvPr id="20" name="Picture 19">
            <a:extLst>
              <a:ext uri="{FF2B5EF4-FFF2-40B4-BE49-F238E27FC236}">
                <a16:creationId xmlns:a16="http://schemas.microsoft.com/office/drawing/2014/main" id="{EC6635ED-8EDB-E1C8-E74D-7D80B53DAAB9}"/>
              </a:ext>
            </a:extLst>
          </p:cNvPr>
          <p:cNvPicPr>
            <a:picLocks noChangeAspect="1"/>
          </p:cNvPicPr>
          <p:nvPr userDrawn="1"/>
        </p:nvPicPr>
        <p:blipFill>
          <a:blip r:embed="rId5"/>
          <a:stretch>
            <a:fillRect/>
          </a:stretch>
        </p:blipFill>
        <p:spPr>
          <a:xfrm>
            <a:off x="7943850" y="2139950"/>
            <a:ext cx="2926080" cy="2926080"/>
          </a:xfrm>
          <a:prstGeom prst="rect">
            <a:avLst/>
          </a:prstGeom>
        </p:spPr>
      </p:pic>
    </p:spTree>
    <p:extLst>
      <p:ext uri="{BB962C8B-B14F-4D97-AF65-F5344CB8AC3E}">
        <p14:creationId xmlns:p14="http://schemas.microsoft.com/office/powerpoint/2010/main" val="175584280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with footer">
    <p:spTree>
      <p:nvGrpSpPr>
        <p:cNvPr id="1" name=""/>
        <p:cNvGrpSpPr/>
        <p:nvPr/>
      </p:nvGrpSpPr>
      <p:grpSpPr>
        <a:xfrm>
          <a:off x="0" y="0"/>
          <a:ext cx="0" cy="0"/>
          <a:chOff x="0" y="0"/>
          <a:chExt cx="0" cy="0"/>
        </a:xfrm>
      </p:grpSpPr>
      <p:sp>
        <p:nvSpPr>
          <p:cNvPr id="2" name="SlideNo">
            <a:extLst>
              <a:ext uri="{FF2B5EF4-FFF2-40B4-BE49-F238E27FC236}">
                <a16:creationId xmlns:a16="http://schemas.microsoft.com/office/drawing/2014/main" id="{28041D31-21AC-8559-C6C4-25762B8CC496}"/>
              </a:ext>
            </a:extLst>
          </p:cNvPr>
          <p:cNvSpPr txBox="1">
            <a:spLocks/>
          </p:cNvSpPr>
          <p:nvPr userDrawn="1"/>
        </p:nvSpPr>
        <p:spPr>
          <a:xfrm>
            <a:off x="11350046" y="6417917"/>
            <a:ext cx="457200" cy="215252"/>
          </a:xfrm>
          <a:prstGeom prst="rect">
            <a:avLst/>
          </a:prstGeom>
          <a:noFill/>
        </p:spPr>
        <p:txBody>
          <a:bodyPr wrap="square" lIns="0" tIns="0" rIns="0" bIns="0" rtlCol="0" anchor="ctr">
            <a:spAutoFit/>
          </a:bodyPr>
          <a:lstStyle>
            <a:defPPr>
              <a:defRPr lang="en-US"/>
            </a:defPPr>
            <a:lvl1pPr marL="0" algn="ctr" defTabSz="457200" rtl="0" eaLnBrk="1" latinLnBrk="0" hangingPunct="1">
              <a:defRPr lang="en-ID" sz="1400" kern="1200" smtClean="0">
                <a:solidFill>
                  <a:schemeClr val="tx1">
                    <a:lumMod val="50000"/>
                    <a:lumOff val="50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457200" rtl="0" eaLnBrk="1" fontAlgn="auto" latinLnBrk="0" hangingPunct="1">
              <a:lnSpc>
                <a:spcPct val="150000"/>
              </a:lnSpc>
              <a:spcBef>
                <a:spcPts val="0"/>
              </a:spcBef>
              <a:spcAft>
                <a:spcPts val="0"/>
              </a:spcAft>
              <a:buClrTx/>
              <a:buSzTx/>
              <a:buFontTx/>
              <a:buNone/>
              <a:tabLst/>
              <a:defRPr/>
            </a:pPr>
            <a:fld id="{F2030FAF-A4A4-40ED-9EAC-96740896EED7}" type="slidenum">
              <a:rPr lang="en-ID" sz="1050" b="1" i="0" smtClean="0">
                <a:solidFill>
                  <a:schemeClr val="bg1"/>
                </a:solidFill>
                <a:latin typeface="Inter" panose="02000503000000020004" pitchFamily="2" charset="0"/>
                <a:ea typeface="Inter" panose="02000503000000020004" pitchFamily="2" charset="0"/>
              </a:rPr>
              <a:pPr marL="0" marR="0" lvl="0" indent="0" algn="r" defTabSz="457200" rtl="0" eaLnBrk="1" fontAlgn="auto" latinLnBrk="0" hangingPunct="1">
                <a:lnSpc>
                  <a:spcPct val="150000"/>
                </a:lnSpc>
                <a:spcBef>
                  <a:spcPts val="0"/>
                </a:spcBef>
                <a:spcAft>
                  <a:spcPts val="0"/>
                </a:spcAft>
                <a:buClrTx/>
                <a:buSzTx/>
                <a:buFontTx/>
                <a:buNone/>
                <a:tabLst/>
                <a:defRPr/>
              </a:pPr>
              <a:t>‹#›</a:t>
            </a:fld>
            <a:endParaRPr lang="en-ID" sz="1050" b="1" i="0">
              <a:solidFill>
                <a:schemeClr val="bg1"/>
              </a:solidFill>
              <a:latin typeface="Inter" panose="02000503000000020004" pitchFamily="2" charset="0"/>
              <a:ea typeface="Inter" panose="02000503000000020004" pitchFamily="2" charset="0"/>
            </a:endParaRPr>
          </a:p>
        </p:txBody>
      </p:sp>
      <p:pic>
        <p:nvPicPr>
          <p:cNvPr id="12" name="Picture 11">
            <a:extLst>
              <a:ext uri="{FF2B5EF4-FFF2-40B4-BE49-F238E27FC236}">
                <a16:creationId xmlns:a16="http://schemas.microsoft.com/office/drawing/2014/main" id="{1763F1CE-E4C1-5603-DA71-237FD077A61D}"/>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68917783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mage 1">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DBC4D6C2-5675-3AC4-11B1-884CE1F08919}"/>
              </a:ext>
            </a:extLst>
          </p:cNvPr>
          <p:cNvPicPr>
            <a:picLocks noChangeAspect="1"/>
          </p:cNvPicPr>
          <p:nvPr userDrawn="1"/>
        </p:nvPicPr>
        <p:blipFill>
          <a:blip r:embed="rId2"/>
          <a:srcRect l="15760" t="15963" b="3"/>
          <a:stretch>
            <a:fillRect/>
          </a:stretch>
        </p:blipFill>
        <p:spPr>
          <a:xfrm>
            <a:off x="0" y="0"/>
            <a:ext cx="12192000" cy="6858000"/>
          </a:xfrm>
          <a:prstGeom prst="rect">
            <a:avLst/>
          </a:prstGeom>
        </p:spPr>
      </p:pic>
      <p:pic>
        <p:nvPicPr>
          <p:cNvPr id="3" name="Picture 2">
            <a:extLst>
              <a:ext uri="{FF2B5EF4-FFF2-40B4-BE49-F238E27FC236}">
                <a16:creationId xmlns:a16="http://schemas.microsoft.com/office/drawing/2014/main" id="{FA645478-7219-BF87-1208-B925E8EACBE0}"/>
              </a:ext>
            </a:extLst>
          </p:cNvPr>
          <p:cNvPicPr>
            <a:picLocks noChangeAspect="1"/>
          </p:cNvPicPr>
          <p:nvPr userDrawn="1"/>
        </p:nvPicPr>
        <p:blipFill>
          <a:blip r:embed="rId3"/>
          <a:srcRect/>
          <a:stretch/>
        </p:blipFill>
        <p:spPr>
          <a:xfrm>
            <a:off x="0" y="0"/>
            <a:ext cx="12192000" cy="6858000"/>
          </a:xfrm>
          <a:prstGeom prst="rect">
            <a:avLst/>
          </a:prstGeom>
        </p:spPr>
      </p:pic>
      <p:pic>
        <p:nvPicPr>
          <p:cNvPr id="9" name="Picture 8">
            <a:extLst>
              <a:ext uri="{FF2B5EF4-FFF2-40B4-BE49-F238E27FC236}">
                <a16:creationId xmlns:a16="http://schemas.microsoft.com/office/drawing/2014/main" id="{C7DAFD4D-032E-94D7-F028-E69A93166E6D}"/>
              </a:ext>
            </a:extLst>
          </p:cNvPr>
          <p:cNvPicPr>
            <a:picLocks noChangeAspect="1"/>
          </p:cNvPicPr>
          <p:nvPr userDrawn="1"/>
        </p:nvPicPr>
        <p:blipFill>
          <a:blip r:embed="rId4"/>
          <a:srcRect l="15797" t="15934" r="-4"/>
          <a:stretch>
            <a:fillRect/>
          </a:stretch>
        </p:blipFill>
        <p:spPr>
          <a:xfrm>
            <a:off x="0" y="0"/>
            <a:ext cx="12192000" cy="6863301"/>
          </a:xfrm>
          <a:prstGeom prst="rect">
            <a:avLst/>
          </a:prstGeom>
        </p:spPr>
      </p:pic>
    </p:spTree>
    <p:extLst>
      <p:ext uri="{BB962C8B-B14F-4D97-AF65-F5344CB8AC3E}">
        <p14:creationId xmlns:p14="http://schemas.microsoft.com/office/powerpoint/2010/main" val="17167138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10513637"/>
      </p:ext>
    </p:extLst>
  </p:cSld>
  <p:clrMap bg1="lt1" tx1="dk1" bg2="lt2" tx2="dk2" accent1="accent1" accent2="accent2" accent3="accent3" accent4="accent4" accent5="accent5" accent6="accent6" hlink="hlink" folHlink="folHlink"/>
  <p:sldLayoutIdLst>
    <p:sldLayoutId id="2147483795" r:id="rId1"/>
    <p:sldLayoutId id="2147483808" r:id="rId2"/>
    <p:sldLayoutId id="2147483821" r:id="rId3"/>
    <p:sldLayoutId id="2147483797" r:id="rId4"/>
    <p:sldLayoutId id="2147483819" r:id="rId5"/>
    <p:sldLayoutId id="2147483801" r:id="rId6"/>
    <p:sldLayoutId id="2147483802" r:id="rId7"/>
    <p:sldLayoutId id="2147483803" r:id="rId8"/>
    <p:sldLayoutId id="2147483804" r:id="rId9"/>
    <p:sldLayoutId id="2147483805" r:id="rId10"/>
    <p:sldLayoutId id="2147483806" r:id="rId11"/>
    <p:sldLayoutId id="2147483807" r:id="rId12"/>
    <p:sldLayoutId id="2147483822"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27863668"/>
      </p:ext>
    </p:extLst>
  </p:cSld>
  <p:clrMap bg1="lt1" tx1="dk1" bg2="lt2" tx2="dk2" accent1="accent1" accent2="accent2" accent3="accent3" accent4="accent4" accent5="accent5" accent6="accent6" hlink="hlink" folHlink="folHlink"/>
  <p:sldLayoutIdLst>
    <p:sldLayoutId id="2147483796" r:id="rId1"/>
    <p:sldLayoutId id="2147483824"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g"/><Relationship Id="rId3" Type="http://schemas.openxmlformats.org/officeDocument/2006/relationships/notesSlide" Target="../notesSlides/notes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6.png"/><Relationship Id="rId3"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jpg"/><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684763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ED6CA-99EA-2846-318E-3C9DE0F5963F}"/>
              </a:ext>
            </a:extLst>
          </p:cNvPr>
          <p:cNvSpPr>
            <a:spLocks noGrp="1"/>
          </p:cNvSpPr>
          <p:nvPr>
            <p:ph type="title"/>
          </p:nvPr>
        </p:nvSpPr>
        <p:spPr/>
        <p:txBody>
          <a:bodyPr/>
          <a:lstStyle/>
          <a:p>
            <a:r>
              <a:rPr lang="en-US" dirty="0"/>
              <a:t>Housekeeping</a:t>
            </a:r>
          </a:p>
        </p:txBody>
      </p:sp>
      <p:sp>
        <p:nvSpPr>
          <p:cNvPr id="3" name="Text Placeholder 2">
            <a:extLst>
              <a:ext uri="{FF2B5EF4-FFF2-40B4-BE49-F238E27FC236}">
                <a16:creationId xmlns:a16="http://schemas.microsoft.com/office/drawing/2014/main" id="{929F3630-AA5A-34F7-0C25-E6AC59CD3C44}"/>
              </a:ext>
            </a:extLst>
          </p:cNvPr>
          <p:cNvSpPr>
            <a:spLocks noGrp="1"/>
          </p:cNvSpPr>
          <p:nvPr>
            <p:ph type="body" sz="quarter" idx="25"/>
          </p:nvPr>
        </p:nvSpPr>
        <p:spPr/>
        <p:txBody>
          <a:bodyPr/>
          <a:lstStyle/>
          <a:p>
            <a:endParaRPr lang="en-US"/>
          </a:p>
        </p:txBody>
      </p:sp>
    </p:spTree>
    <p:extLst>
      <p:ext uri="{BB962C8B-B14F-4D97-AF65-F5344CB8AC3E}">
        <p14:creationId xmlns:p14="http://schemas.microsoft.com/office/powerpoint/2010/main" val="4270258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25EE6C-9BF1-2D99-4D59-DB19B3A7785E}"/>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ED32C85D-14D9-48F2-6894-7227F105470F}"/>
              </a:ext>
            </a:extLst>
          </p:cNvPr>
          <p:cNvSpPr>
            <a:spLocks noGrp="1"/>
          </p:cNvSpPr>
          <p:nvPr>
            <p:ph type="body" sz="quarter" idx="10"/>
          </p:nvPr>
        </p:nvSpPr>
        <p:spPr/>
        <p:txBody>
          <a:bodyPr/>
          <a:lstStyle/>
          <a:p>
            <a:endParaRPr lang="en-US"/>
          </a:p>
        </p:txBody>
      </p:sp>
    </p:spTree>
    <p:extLst>
      <p:ext uri="{BB962C8B-B14F-4D97-AF65-F5344CB8AC3E}">
        <p14:creationId xmlns:p14="http://schemas.microsoft.com/office/powerpoint/2010/main" val="36983650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5C3677-A5CD-2A3A-30C5-7AEEB461C40D}"/>
              </a:ext>
            </a:extLst>
          </p:cNvPr>
          <p:cNvSpPr>
            <a:spLocks noGrp="1"/>
          </p:cNvSpPr>
          <p:nvPr>
            <p:ph type="title"/>
          </p:nvPr>
        </p:nvSpPr>
        <p:spPr/>
        <p:txBody>
          <a:bodyPr/>
          <a:lstStyle/>
          <a:p>
            <a:r>
              <a:rPr lang="en-US" dirty="0"/>
              <a:t>Questions?</a:t>
            </a:r>
          </a:p>
        </p:txBody>
      </p:sp>
    </p:spTree>
    <p:extLst>
      <p:ext uri="{BB962C8B-B14F-4D97-AF65-F5344CB8AC3E}">
        <p14:creationId xmlns:p14="http://schemas.microsoft.com/office/powerpoint/2010/main" val="28904613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11A358-F9E3-3146-22E4-B8877E8A00F0}"/>
              </a:ext>
            </a:extLst>
          </p:cNvPr>
          <p:cNvSpPr>
            <a:spLocks noGrp="1"/>
          </p:cNvSpPr>
          <p:nvPr>
            <p:ph type="title"/>
          </p:nvPr>
        </p:nvSpPr>
        <p:spPr/>
        <p:txBody>
          <a:bodyPr/>
          <a:lstStyle/>
          <a:p>
            <a:r>
              <a:rPr lang="en-US" dirty="0"/>
              <a:t>Thank you!</a:t>
            </a:r>
          </a:p>
        </p:txBody>
      </p:sp>
    </p:spTree>
    <p:extLst>
      <p:ext uri="{BB962C8B-B14F-4D97-AF65-F5344CB8AC3E}">
        <p14:creationId xmlns:p14="http://schemas.microsoft.com/office/powerpoint/2010/main" val="2019815468"/>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Agents in VS Code for Academic Work</a:t>
            </a:r>
          </a:p>
        </p:txBody>
      </p:sp>
      <p:sp>
        <p:nvSpPr>
          <p:cNvPr id="3" name="Text Placeholder 2"/>
          <p:cNvSpPr>
            <a:spLocks noGrp="1"/>
          </p:cNvSpPr>
          <p:nvPr>
            <p:ph type="body" idx="10" sz="quarter"/>
          </p:nvPr>
        </p:nvSpPr>
        <p:spPr/>
        <p:txBody>
          <a:bodyPr wrap="square"/>
          <a:lstStyle/>
          <a:p>
            <a:r>
              <a:t>From Prompting to Workflows  ·  Nim Dvir, PhD, MBA  ·  University at Albany, Massry School of Business</a:t>
            </a:r>
          </a:p>
        </p:txBody>
      </p:sp>
      <p:pic>
        <p:nvPicPr>
          <p:cNvPr id="4" name="Picture 3" descr="headshot2025-cloud.jpg"/>
          <p:cNvPicPr>
            <a:picLocks noChangeAspect="1"/>
          </p:cNvPicPr>
          <p:nvPr/>
        </p:nvPicPr>
        <p:blipFill>
          <a:blip r:embed="rId2"/>
          <a:stretch>
            <a:fillRect/>
          </a:stretch>
        </p:blipFill>
        <p:spPr>
          <a:xfrm>
            <a:off x="7315200" y="1401193"/>
            <a:ext cx="2926080" cy="1952493"/>
          </a:xfrm>
          <a:prstGeom prst="rect">
            <a:avLst/>
          </a:prstGeom>
        </p:spPr>
      </p:pic>
      <p:sp>
        <p:nvSpPr>
          <p:cNvPr id="5" name="TextBox 4"/>
          <p:cNvSpPr txBox="1"/>
          <p:nvPr/>
        </p:nvSpPr>
        <p:spPr>
          <a:xfrm>
            <a:off x="7315200" y="4023360"/>
            <a:ext cx="2926080" cy="1097280"/>
          </a:xfrm>
          <a:prstGeom prst="rect">
            <a:avLst/>
          </a:prstGeom>
          <a:noFill/>
        </p:spPr>
        <p:txBody>
          <a:bodyPr wrap="square" anchor="t" lIns="137160" rIns="137160">
            <a:spAutoFit/>
          </a:bodyPr>
          <a:lstStyle/>
          <a:p>
            <a:pPr algn="ctr"/>
            <a:r>
              <a:rPr b="1" sz="1400"/>
              <a:t>Scan to follow along</a:t>
            </a:r>
          </a:p>
          <a:p>
            <a:pPr algn="ctr"/>
            <a:r>
              <a:rPr sz="1400"/>
              <a:t>QR code and short URL: TODO (add qr-site.png once the site URL is final)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Let's change it</a:t>
            </a:r>
          </a:p>
        </p:txBody>
      </p:sp>
      <p:sp>
        <p:nvSpPr>
          <p:cNvPr id="3" name="Text Placeholder 2"/>
          <p:cNvSpPr>
            <a:spLocks noGrp="1"/>
          </p:cNvSpPr>
          <p:nvPr>
            <p:ph type="body" idx="18" sz="quarter"/>
          </p:nvPr>
        </p:nvSpPr>
        <p:spPr/>
        <p:txBody>
          <a:bodyPr wrap="square"/>
          <a:lstStyle/>
          <a:p>
            <a:r>
              <a:t>Watch your phone.</a:t>
            </a:r>
          </a:p>
        </p:txBody>
      </p:sp>
      <p:pic>
        <p:nvPicPr>
          <p:cNvPr id="4" name="Picture 3" descr="github-pages-publishing-source.png"/>
          <p:cNvPicPr>
            <a:picLocks noChangeAspect="1"/>
          </p:cNvPicPr>
          <p:nvPr/>
        </p:nvPicPr>
        <p:blipFill>
          <a:blip r:embed="rId2"/>
          <a:stretch>
            <a:fillRect/>
          </a:stretch>
        </p:blipFill>
        <p:spPr>
          <a:xfrm>
            <a:off x="521913" y="2636908"/>
            <a:ext cx="11147058" cy="2039911"/>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Every semester, the same work</a:t>
            </a:r>
          </a:p>
        </p:txBody>
      </p:sp>
      <p:sp>
        <p:nvSpPr>
          <p:cNvPr id="3" name="Text Placeholder 2"/>
          <p:cNvSpPr>
            <a:spLocks noGrp="1"/>
          </p:cNvSpPr>
          <p:nvPr>
            <p:ph type="body" idx="26" sz="quarter"/>
          </p:nvPr>
        </p:nvSpPr>
        <p:spPr/>
        <p:txBody>
          <a:bodyPr wrap="square"/>
          <a:lstStyle/>
          <a:p>
            <a:r>
              <a:t>Update the syllabus, the schedule, the policies, the assignments.</a:t>
            </a:r>
          </a:p>
          <a:p>
            <a:r>
              <a:t>Again.</a:t>
            </a:r>
          </a:p>
        </p:txBody>
      </p:sp>
      <p:sp>
        <p:nvSpPr>
          <p:cNvPr id="4" name="Text Placeholder 3"/>
          <p:cNvSpPr>
            <a:spLocks noGrp="1"/>
          </p:cNvSpPr>
          <p:nvPr>
            <p:ph type="body" idx="24" sz="quarter"/>
          </p:nvPr>
        </p:nvSpPr>
        <p:spPr/>
        <p:txBody>
          <a:bodyPr wrap="square"/>
          <a:lstStyle/>
          <a:p>
            <a:r>
              <a:t>📅  Dates</a:t>
            </a:r>
          </a:p>
        </p:txBody>
      </p:sp>
      <p:sp>
        <p:nvSpPr>
          <p:cNvPr id="5" name="Text Placeholder 4"/>
          <p:cNvSpPr>
            <a:spLocks noGrp="1"/>
          </p:cNvSpPr>
          <p:nvPr>
            <p:ph type="body" idx="22" sz="quarter"/>
          </p:nvPr>
        </p:nvSpPr>
        <p:spPr/>
        <p:txBody>
          <a:bodyPr wrap="square"/>
          <a:lstStyle/>
          <a:p>
            <a:r>
              <a:t>📊  Spreadsheets</a:t>
            </a:r>
          </a:p>
        </p:txBody>
      </p:sp>
      <p:sp>
        <p:nvSpPr>
          <p:cNvPr id="6" name="Text Placeholder 5"/>
          <p:cNvSpPr>
            <a:spLocks noGrp="1"/>
          </p:cNvSpPr>
          <p:nvPr>
            <p:ph type="body" idx="23" sz="quarter"/>
          </p:nvPr>
        </p:nvSpPr>
        <p:spPr/>
        <p:txBody>
          <a:bodyPr wrap="square"/>
          <a:lstStyle/>
          <a:p>
            <a:r>
              <a:t>📝  Piles</a:t>
            </a:r>
          </a:p>
        </p:txBody>
      </p:sp>
      <p:sp>
        <p:nvSpPr>
          <p:cNvPr id="7" name="Text Placeholder 6"/>
          <p:cNvSpPr>
            <a:spLocks noGrp="1"/>
          </p:cNvSpPr>
          <p:nvPr>
            <p:ph type="body" idx="27" sz="quarter"/>
          </p:nvPr>
        </p:nvSpPr>
        <p:spPr/>
        <p:txBody>
          <a:bodyPr wrap="square"/>
          <a:lstStyle/>
          <a:p>
            <a:r>
              <a:t>Course feedback you meant to analyze.</a:t>
            </a:r>
          </a:p>
        </p:txBody>
      </p:sp>
      <p:sp>
        <p:nvSpPr>
          <p:cNvPr id="8" name="Text Placeholder 7"/>
          <p:cNvSpPr>
            <a:spLocks noGrp="1"/>
          </p:cNvSpPr>
          <p:nvPr>
            <p:ph type="body" idx="28" sz="quarter"/>
          </p:nvPr>
        </p:nvSpPr>
        <p:spPr/>
        <p:txBody>
          <a:bodyPr wrap="square"/>
          <a:lstStyle/>
          <a:p>
            <a:r>
              <a:t>The same rubric, applied a hundred times.</a:t>
            </a:r>
          </a:p>
        </p:txBody>
      </p:sp>
      <p:sp>
        <p:nvSpPr>
          <p:cNvPr id="9" name="TextBox 8"/>
          <p:cNvSpPr txBox="1"/>
          <p:nvPr/>
        </p:nvSpPr>
        <p:spPr>
          <a:xfrm>
            <a:off x="384048" y="4754880"/>
            <a:ext cx="11420856" cy="914400"/>
          </a:xfrm>
          <a:prstGeom prst="rect">
            <a:avLst/>
          </a:prstGeom>
          <a:solidFill>
            <a:srgbClr val="FFFFFF"/>
          </a:solidFill>
        </p:spPr>
        <p:txBody>
          <a:bodyPr wrap="square" anchor="ctr" lIns="137160" rIns="137160">
            <a:spAutoFit/>
          </a:bodyPr>
          <a:lstStyle/>
          <a:p>
            <a:pPr algn="ctr"/>
            <a:r>
              <a:rPr sz="2800" b="1"/>
              <a:t>What if the AI could open your files?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 agent doesn't answer. It works.</a:t>
            </a:r>
          </a:p>
        </p:txBody>
      </p:sp>
      <p:sp>
        <p:nvSpPr>
          <p:cNvPr id="3" name="Text Placeholder 2"/>
          <p:cNvSpPr>
            <a:spLocks noGrp="1"/>
          </p:cNvSpPr>
          <p:nvPr>
            <p:ph type="body" idx="26" sz="quarter"/>
          </p:nvPr>
        </p:nvSpPr>
        <p:spPr/>
        <p:txBody>
          <a:bodyPr wrap="square"/>
          <a:lstStyle/>
          <a:p>
            <a:r>
              <a:t>An AI agent uses a model, context, instructions, and tools to work toward a goal through multiple steps.</a:t>
            </a:r>
          </a:p>
          <a:p/>
          <a:p>
            <a:r>
              <a:rPr b="1"/>
              <a:t>Chat:</a:t>
            </a:r>
            <a:r>
              <a:t> you ask → it answers → you do the work</a:t>
            </a:r>
          </a:p>
          <a:p>
            <a:r>
              <a:rPr b="1"/>
              <a:t>Agent:</a:t>
            </a:r>
            <a:r>
              <a:t> you give a goal → it inspects → plans → acts → checks</a:t>
            </a:r>
          </a:p>
          <a:p/>
          <a:p>
            <a:r>
              <a:rPr b="1"/>
              <a:t>Chat is the interface. An agent is a way the AI can operate.</a:t>
            </a:r>
          </a:p>
        </p:txBody>
      </p:sp>
      <p:sp>
        <p:nvSpPr>
          <p:cNvPr id="6" name="Text Placeholder 5"/>
          <p:cNvSpPr>
            <a:spLocks noGrp="1"/>
          </p:cNvSpPr>
          <p:nvPr>
            <p:ph type="body" idx="20" sz="quarter"/>
          </p:nvPr>
        </p:nvSpPr>
        <p:spPr/>
        <p:txBody>
          <a:bodyPr wrap="square"/>
          <a:lstStyle/>
          <a:p>
            <a:r>
              <a:t>What is an AI agent?</a:t>
            </a:r>
          </a:p>
        </p:txBody>
      </p:sp>
      <p:pic>
        <p:nvPicPr>
          <p:cNvPr id="7" name="Picture 6" descr="1-what-makes-an-agent.png"/>
          <p:cNvPicPr>
            <a:picLocks noChangeAspect="1"/>
          </p:cNvPicPr>
          <p:nvPr/>
        </p:nvPicPr>
        <p:blipFill>
          <a:blip r:embed="rId2"/>
          <a:stretch>
            <a:fillRect/>
          </a:stretch>
        </p:blipFill>
        <p:spPr>
          <a:xfrm>
            <a:off x="384048" y="2569420"/>
            <a:ext cx="5340096" cy="1700871"/>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 can only see what you give it</a:t>
            </a:r>
          </a:p>
        </p:txBody>
      </p:sp>
      <p:sp>
        <p:nvSpPr>
          <p:cNvPr id="3" name="Text Placeholder 2"/>
          <p:cNvSpPr>
            <a:spLocks noGrp="1"/>
          </p:cNvSpPr>
          <p:nvPr>
            <p:ph type="body" idx="26" sz="quarter"/>
          </p:nvPr>
        </p:nvSpPr>
        <p:spPr/>
        <p:txBody>
          <a:bodyPr wrap="square"/>
          <a:lstStyle/>
          <a:p>
            <a:r>
              <a:rPr b="1"/>
              <a:t>Context</a:t>
            </a:r>
            <a:r>
              <a:t> = prompt + conversation + files + instructions + tool results</a:t>
            </a:r>
          </a:p>
          <a:p/>
          <a:p>
            <a:r>
              <a:rPr b="1"/>
              <a:t>Model</a:t>
            </a:r>
            <a:r>
              <a:t> = the engine</a:t>
            </a:r>
          </a:p>
          <a:p>
            <a:r>
              <a:rPr b="1"/>
              <a:t>Tokens</a:t>
            </a:r>
            <a:r>
              <a:t> = the units it reads and writes; everything counts</a:t>
            </a:r>
          </a:p>
          <a:p/>
          <a:p>
            <a:r>
              <a:rPr b="1"/>
              <a:t>Give it the material relevant to the task, not everything you have.</a:t>
            </a:r>
          </a:p>
        </p:txBody>
      </p:sp>
      <p:sp>
        <p:nvSpPr>
          <p:cNvPr id="6" name="Text Placeholder 5"/>
          <p:cNvSpPr>
            <a:spLocks noGrp="1"/>
          </p:cNvSpPr>
          <p:nvPr>
            <p:ph type="body" idx="20" sz="quarter"/>
          </p:nvPr>
        </p:nvSpPr>
        <p:spPr/>
        <p:txBody>
          <a:bodyPr wrap="square"/>
          <a:lstStyle/>
          <a:p>
            <a:r>
              <a:t>Context, model, tokens</a:t>
            </a:r>
          </a:p>
        </p:txBody>
      </p:sp>
      <p:pic>
        <p:nvPicPr>
          <p:cNvPr id="7" name="Picture 6" descr="2-tokens-and-the-context-window.png"/>
          <p:cNvPicPr>
            <a:picLocks noChangeAspect="1"/>
          </p:cNvPicPr>
          <p:nvPr/>
        </p:nvPicPr>
        <p:blipFill>
          <a:blip r:embed="rId2"/>
          <a:stretch>
            <a:fillRect/>
          </a:stretch>
        </p:blipFill>
        <p:spPr>
          <a:xfrm>
            <a:off x="384048" y="2569420"/>
            <a:ext cx="5340096" cy="1700871"/>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VS Code: your files, with an AI beside them</a:t>
            </a:r>
          </a:p>
        </p:txBody>
      </p:sp>
      <p:sp>
        <p:nvSpPr>
          <p:cNvPr id="3" name="Text Placeholder 2"/>
          <p:cNvSpPr>
            <a:spLocks noGrp="1"/>
          </p:cNvSpPr>
          <p:nvPr>
            <p:ph type="body" idx="18" sz="quarter"/>
          </p:nvPr>
        </p:nvSpPr>
        <p:spPr/>
        <p:txBody>
          <a:bodyPr wrap="square"/>
          <a:lstStyle/>
          <a:p>
            <a:r>
              <a:t>VS Code + your files + Copilot = an agentic workspace   ·   Setup takes about twenty minutes. Guide on the site.</a:t>
            </a:r>
          </a:p>
        </p:txBody>
      </p:sp>
      <p:pic>
        <p:nvPicPr>
          <p:cNvPr id="4" name="Picture 3" descr="vscode-interface.png"/>
          <p:cNvPicPr>
            <a:picLocks noChangeAspect="1"/>
          </p:cNvPicPr>
          <p:nvPr/>
        </p:nvPicPr>
        <p:blipFill>
          <a:blip r:embed="rId2"/>
          <a:stretch>
            <a:fillRect/>
          </a:stretch>
        </p:blipFill>
        <p:spPr>
          <a:xfrm>
            <a:off x="3047535" y="1636102"/>
            <a:ext cx="6095815" cy="404152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Goal + Context + Constraints</a:t>
            </a:r>
          </a:p>
        </p:txBody>
      </p:sp>
      <p:sp>
        <p:nvSpPr>
          <p:cNvPr id="3" name="Text Placeholder 2"/>
          <p:cNvSpPr>
            <a:spLocks noGrp="1"/>
          </p:cNvSpPr>
          <p:nvPr>
            <p:ph type="body" idx="26" sz="quarter"/>
          </p:nvPr>
        </p:nvSpPr>
        <p:spPr/>
        <p:txBody>
          <a:bodyPr wrap="square"/>
          <a:lstStyle/>
          <a:p>
            <a:r>
              <a:t>✗  "Fix my course."</a:t>
            </a:r>
          </a:p>
          <a:p/>
          <a:p>
            <a:r>
              <a:t>✓  "Update this syllabus and schedule for Spring 2027."</a:t>
            </a:r>
          </a:p>
        </p:txBody>
      </p:sp>
      <p:sp>
        <p:nvSpPr>
          <p:cNvPr id="4" name="Text Placeholder 3"/>
          <p:cNvSpPr>
            <a:spLocks noGrp="1"/>
          </p:cNvSpPr>
          <p:nvPr>
            <p:ph type="body" idx="24" sz="quarter"/>
          </p:nvPr>
        </p:nvSpPr>
        <p:spPr/>
        <p:txBody>
          <a:bodyPr wrap="square"/>
          <a:lstStyle/>
          <a:p>
            <a:r>
              <a:t>Goal</a:t>
            </a:r>
          </a:p>
        </p:txBody>
      </p:sp>
      <p:sp>
        <p:nvSpPr>
          <p:cNvPr id="5" name="Text Placeholder 4"/>
          <p:cNvSpPr>
            <a:spLocks noGrp="1"/>
          </p:cNvSpPr>
          <p:nvPr>
            <p:ph type="body" idx="22" sz="quarter"/>
          </p:nvPr>
        </p:nvSpPr>
        <p:spPr/>
        <p:txBody>
          <a:bodyPr wrap="square"/>
          <a:lstStyle/>
          <a:p>
            <a:r>
              <a:t>Context</a:t>
            </a:r>
          </a:p>
        </p:txBody>
      </p:sp>
      <p:sp>
        <p:nvSpPr>
          <p:cNvPr id="6" name="Text Placeholder 5"/>
          <p:cNvSpPr>
            <a:spLocks noGrp="1"/>
          </p:cNvSpPr>
          <p:nvPr>
            <p:ph type="body" idx="23" sz="quarter"/>
          </p:nvPr>
        </p:nvSpPr>
        <p:spPr/>
        <p:txBody>
          <a:bodyPr wrap="square"/>
          <a:lstStyle/>
          <a:p>
            <a:r>
              <a:t>Constraints</a:t>
            </a:r>
          </a:p>
        </p:txBody>
      </p:sp>
      <p:sp>
        <p:nvSpPr>
          <p:cNvPr id="7" name="Text Placeholder 6"/>
          <p:cNvSpPr>
            <a:spLocks noGrp="1"/>
          </p:cNvSpPr>
          <p:nvPr>
            <p:ph type="body" idx="27" sz="quarter"/>
          </p:nvPr>
        </p:nvSpPr>
        <p:spPr/>
        <p:txBody>
          <a:bodyPr wrap="square"/>
          <a:lstStyle/>
          <a:p>
            <a:r>
              <a:t>The files.</a:t>
            </a:r>
          </a:p>
          <a:p/>
          <a:p>
            <a:r>
              <a:t>Syllabus, schedule, policies, a CSV, the existing site.</a:t>
            </a:r>
          </a:p>
        </p:txBody>
      </p:sp>
      <p:sp>
        <p:nvSpPr>
          <p:cNvPr id="8" name="Text Placeholder 7"/>
          <p:cNvSpPr>
            <a:spLocks noGrp="1"/>
          </p:cNvSpPr>
          <p:nvPr>
            <p:ph type="body" idx="28" sz="quarter"/>
          </p:nvPr>
        </p:nvSpPr>
        <p:spPr/>
        <p:txBody>
          <a:bodyPr wrap="square"/>
          <a:lstStyle/>
          <a:p>
            <a:r>
              <a:t>Don't change grading weights.</a:t>
            </a:r>
          </a:p>
          <a:p>
            <a:r>
              <a:t>Don't invent dates.</a:t>
            </a:r>
          </a:p>
          <a:p>
            <a:r>
              <a:t>Flag uncertainty.</a:t>
            </a:r>
          </a:p>
          <a:p>
            <a:r>
              <a:t>Don't commit.</a:t>
            </a:r>
          </a:p>
        </p:txBody>
      </p:sp>
      <p:sp>
        <p:nvSpPr>
          <p:cNvPr id="9" name="TextBox 8"/>
          <p:cNvSpPr txBox="1"/>
          <p:nvPr/>
        </p:nvSpPr>
        <p:spPr>
          <a:xfrm>
            <a:off x="384048" y="4389120"/>
            <a:ext cx="11420856" cy="1325880"/>
          </a:xfrm>
          <a:prstGeom prst="rect">
            <a:avLst/>
          </a:prstGeom>
          <a:solidFill>
            <a:srgbClr val="F2F2F2"/>
          </a:solidFill>
        </p:spPr>
        <p:txBody>
          <a:bodyPr wrap="square" anchor="ctr" lIns="137160" rIns="137160">
            <a:spAutoFit/>
          </a:bodyPr>
          <a:lstStyle/>
          <a:p>
            <a:r>
              <a:rPr sz="1600"/>
              <a:t>The course files are in live/syllabus/.</a:t>
            </a:r>
          </a:p>
          <a:p>
            <a:r>
              <a:rPr sz="1600"/>
              <a:t>Update the course for Spring 2027 without changing grading weights. Identify inconsistent dates and flag anything requiring judgment.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Ask. Plan. Agent. Then watch the diff.</a:t>
            </a:r>
          </a:p>
        </p:txBody>
      </p:sp>
      <p:sp>
        <p:nvSpPr>
          <p:cNvPr id="3" name="Text Placeholder 2"/>
          <p:cNvSpPr>
            <a:spLocks noGrp="1"/>
          </p:cNvSpPr>
          <p:nvPr>
            <p:ph type="body" idx="28" sz="quarter"/>
          </p:nvPr>
        </p:nvSpPr>
        <p:spPr/>
        <p:txBody>
          <a:bodyPr wrap="square"/>
          <a:lstStyle/>
          <a:p>
            <a:r>
              <a:t>Understand.</a:t>
            </a:r>
          </a:p>
          <a:p>
            <a:r>
              <a:t>No edits.</a:t>
            </a:r>
          </a:p>
        </p:txBody>
      </p:sp>
      <p:sp>
        <p:nvSpPr>
          <p:cNvPr id="4" name="Text Placeholder 3"/>
          <p:cNvSpPr>
            <a:spLocks noGrp="1"/>
          </p:cNvSpPr>
          <p:nvPr>
            <p:ph type="body" idx="26" sz="quarter"/>
          </p:nvPr>
        </p:nvSpPr>
        <p:spPr/>
        <p:txBody>
          <a:bodyPr wrap="square"/>
          <a:lstStyle/>
          <a:p>
            <a:r>
              <a:t>Ask</a:t>
            </a:r>
          </a:p>
        </p:txBody>
      </p:sp>
      <p:sp>
        <p:nvSpPr>
          <p:cNvPr id="5" name="Text Placeholder 4"/>
          <p:cNvSpPr>
            <a:spLocks noGrp="1"/>
          </p:cNvSpPr>
          <p:nvPr>
            <p:ph type="body" idx="29" sz="quarter"/>
          </p:nvPr>
        </p:nvSpPr>
        <p:spPr/>
        <p:txBody>
          <a:bodyPr wrap="square"/>
          <a:lstStyle/>
          <a:p>
            <a:r>
              <a:t>Plan</a:t>
            </a:r>
          </a:p>
        </p:txBody>
      </p:sp>
      <p:sp>
        <p:nvSpPr>
          <p:cNvPr id="6" name="Text Placeholder 5"/>
          <p:cNvSpPr>
            <a:spLocks noGrp="1"/>
          </p:cNvSpPr>
          <p:nvPr>
            <p:ph type="body" idx="30" sz="quarter"/>
          </p:nvPr>
        </p:nvSpPr>
        <p:spPr/>
        <p:txBody>
          <a:bodyPr wrap="square"/>
          <a:lstStyle/>
          <a:p>
            <a:r>
              <a:t>Agent</a:t>
            </a:r>
          </a:p>
        </p:txBody>
      </p:sp>
      <p:sp>
        <p:nvSpPr>
          <p:cNvPr id="7" name="Text Placeholder 6"/>
          <p:cNvSpPr>
            <a:spLocks noGrp="1"/>
          </p:cNvSpPr>
          <p:nvPr>
            <p:ph type="body" idx="32" sz="quarter"/>
          </p:nvPr>
        </p:nvSpPr>
        <p:spPr/>
        <p:txBody>
          <a:bodyPr wrap="square"/>
          <a:lstStyle/>
          <a:p>
            <a:r>
              <a:t>Review</a:t>
            </a:r>
          </a:p>
        </p:txBody>
      </p:sp>
      <p:sp>
        <p:nvSpPr>
          <p:cNvPr id="8" name="Text Placeholder 7"/>
          <p:cNvSpPr>
            <a:spLocks noGrp="1"/>
          </p:cNvSpPr>
          <p:nvPr>
            <p:ph type="body" idx="33" sz="quarter"/>
          </p:nvPr>
        </p:nvSpPr>
        <p:spPr/>
        <p:txBody>
          <a:bodyPr wrap="square"/>
          <a:lstStyle/>
          <a:p>
            <a:r>
              <a:t>Propose the changes.</a:t>
            </a:r>
          </a:p>
          <a:p>
            <a:r>
              <a:t>Waits for you.</a:t>
            </a:r>
          </a:p>
        </p:txBody>
      </p:sp>
      <p:sp>
        <p:nvSpPr>
          <p:cNvPr id="9" name="Text Placeholder 8"/>
          <p:cNvSpPr>
            <a:spLocks noGrp="1"/>
          </p:cNvSpPr>
          <p:nvPr>
            <p:ph type="body" idx="34" sz="quarter"/>
          </p:nvPr>
        </p:nvSpPr>
        <p:spPr/>
        <p:txBody>
          <a:bodyPr wrap="square"/>
          <a:lstStyle/>
          <a:p>
            <a:r>
              <a:t>Does the work.</a:t>
            </a:r>
          </a:p>
          <a:p>
            <a:r>
              <a:t>Runs tools.</a:t>
            </a:r>
          </a:p>
        </p:txBody>
      </p:sp>
      <p:sp>
        <p:nvSpPr>
          <p:cNvPr id="10" name="Text Placeholder 9"/>
          <p:cNvSpPr>
            <a:spLocks noGrp="1"/>
          </p:cNvSpPr>
          <p:nvPr>
            <p:ph type="body" idx="35" sz="quarter"/>
          </p:nvPr>
        </p:nvSpPr>
        <p:spPr/>
        <p:txBody>
          <a:bodyPr wrap="square"/>
          <a:lstStyle/>
          <a:p>
            <a:r>
              <a:t>You.</a:t>
            </a:r>
          </a:p>
          <a:p>
            <a:r>
              <a:t>Files changed, the diff, Git status.</a:t>
            </a:r>
          </a:p>
          <a:p/>
          <a:p>
            <a:r>
              <a:rPr b="1"/>
              <a:t>"Completed" does not necessarily mean "correct."</a:t>
            </a:r>
          </a:p>
        </p:txBody>
      </p:sp>
      <p:pic>
        <p:nvPicPr>
          <p:cNvPr id="11" name="Picture 10" descr="copilot-ask-plan-agent.png"/>
          <p:cNvPicPr>
            <a:picLocks noChangeAspect="1"/>
          </p:cNvPicPr>
          <p:nvPr/>
        </p:nvPicPr>
        <p:blipFill>
          <a:blip r:embed="rId2"/>
          <a:stretch>
            <a:fillRect/>
          </a:stretch>
        </p:blipFill>
        <p:spPr>
          <a:xfrm>
            <a:off x="384048" y="3208515"/>
            <a:ext cx="2606040" cy="1263929"/>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Your syllabus, updated while you watch</a:t>
            </a:r>
          </a:p>
        </p:txBody>
      </p:sp>
      <p:sp>
        <p:nvSpPr>
          <p:cNvPr id="3" name="Text Placeholder 2"/>
          <p:cNvSpPr>
            <a:spLocks noGrp="1"/>
          </p:cNvSpPr>
          <p:nvPr>
            <p:ph type="body" idx="21" sz="quarter"/>
          </p:nvPr>
        </p:nvSpPr>
        <p:spPr/>
        <p:txBody>
          <a:bodyPr wrap="square"/>
          <a:lstStyle/>
          <a:p>
            <a:r>
              <a:t>4 course files with inconsistent dates  →  agent  →  updated files + a list of flagged decisions</a:t>
            </a:r>
          </a:p>
        </p:txBody>
      </p:sp>
      <p:sp>
        <p:nvSpPr>
          <p:cNvPr id="4" name="Text Placeholder 3"/>
          <p:cNvSpPr>
            <a:spLocks noGrp="1"/>
          </p:cNvSpPr>
          <p:nvPr>
            <p:ph type="body" idx="18" sz="quarter"/>
          </p:nvPr>
        </p:nvSpPr>
        <p:spPr/>
        <p:txBody>
          <a:bodyPr wrap="square"/>
          <a:lstStyle/>
          <a:p>
            <a:r>
              <a:t>/update-syllabus   ·   Plan → Agent → diff</a:t>
            </a:r>
          </a:p>
        </p:txBody>
      </p:sp>
      <p:sp>
        <p:nvSpPr>
          <p:cNvPr id="5" name="Text Placeholder 4"/>
          <p:cNvSpPr>
            <a:spLocks noGrp="1"/>
          </p:cNvSpPr>
          <p:nvPr>
            <p:ph type="body" idx="24" sz="quarter"/>
          </p:nvPr>
        </p:nvSpPr>
        <p:spPr/>
        <p:txBody>
          <a:bodyPr wrap="square"/>
          <a:lstStyle/>
          <a:p>
            <a:r>
              <a:rPr b="1"/>
              <a:t>Watch for:</a:t>
            </a:r>
            <a:r>
              <a:t> reads all four files · proposes first · flags what needs judgment</a:t>
            </a:r>
          </a:p>
        </p:txBody>
      </p:sp>
      <p:pic>
        <p:nvPicPr>
          <p:cNvPr id="6" name="Picture 5" descr="vscode-diff-editor.png"/>
          <p:cNvPicPr>
            <a:picLocks noChangeAspect="1"/>
          </p:cNvPicPr>
          <p:nvPr/>
        </p:nvPicPr>
        <p:blipFill>
          <a:blip r:embed="rId2"/>
          <a:stretch>
            <a:fillRect/>
          </a:stretch>
        </p:blipFill>
        <p:spPr>
          <a:xfrm>
            <a:off x="3414338" y="2697480"/>
            <a:ext cx="5360275" cy="310896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a feedback spreadsheet to one chart and a paragraph</a:t>
            </a:r>
          </a:p>
        </p:txBody>
      </p:sp>
      <p:sp>
        <p:nvSpPr>
          <p:cNvPr id="3" name="Text Placeholder 2"/>
          <p:cNvSpPr>
            <a:spLocks noGrp="1"/>
          </p:cNvSpPr>
          <p:nvPr>
            <p:ph type="body" idx="21" sz="quarter"/>
          </p:nvPr>
        </p:nvSpPr>
        <p:spPr/>
        <p:txBody>
          <a:bodyPr wrap="square"/>
          <a:lstStyle/>
          <a:p>
            <a:r>
              <a:t>student-feedback.csv  →  inspect  →  analyze  →  visualize  →  interpret</a:t>
            </a:r>
          </a:p>
        </p:txBody>
      </p:sp>
      <p:sp>
        <p:nvSpPr>
          <p:cNvPr id="4" name="Text Placeholder 3"/>
          <p:cNvSpPr>
            <a:spLocks noGrp="1"/>
          </p:cNvSpPr>
          <p:nvPr>
            <p:ph type="body" idx="18" sz="quarter"/>
          </p:nvPr>
        </p:nvSpPr>
        <p:spPr/>
        <p:txBody>
          <a:bodyPr wrap="square"/>
          <a:lstStyle/>
          <a:p>
            <a:r>
              <a:t>/analyze-feedback   ·   Agent</a:t>
            </a:r>
          </a:p>
        </p:txBody>
      </p:sp>
      <p:sp>
        <p:nvSpPr>
          <p:cNvPr id="5" name="Text Placeholder 4"/>
          <p:cNvSpPr>
            <a:spLocks noGrp="1"/>
          </p:cNvSpPr>
          <p:nvPr>
            <p:ph type="body" idx="24" sz="quarter"/>
          </p:nvPr>
        </p:nvSpPr>
        <p:spPr/>
        <p:txBody>
          <a:bodyPr wrap="square"/>
          <a:lstStyle/>
          <a:p>
            <a:r>
              <a:rPr b="1"/>
              <a:t>Watch for:</a:t>
            </a:r>
            <a:r>
              <a:t> looks at the columns first · runs Python · one chart · "Do not invent data."</a:t>
            </a:r>
          </a:p>
        </p:txBody>
      </p:sp>
      <p:pic>
        <p:nvPicPr>
          <p:cNvPr id="6" name="Picture 5" descr="copilot-agent-browser-validation.png"/>
          <p:cNvPicPr>
            <a:picLocks noChangeAspect="1"/>
          </p:cNvPicPr>
          <p:nvPr/>
        </p:nvPicPr>
        <p:blipFill>
          <a:blip r:embed="rId2"/>
          <a:stretch>
            <a:fillRect/>
          </a:stretch>
        </p:blipFill>
        <p:spPr>
          <a:xfrm>
            <a:off x="3333410" y="2697480"/>
            <a:ext cx="5522131" cy="310896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submission is a prompt. A hundred is a workflow.</a:t>
            </a:r>
          </a:p>
        </p:txBody>
      </p:sp>
      <p:sp>
        <p:nvSpPr>
          <p:cNvPr id="3" name="Text Placeholder 2"/>
          <p:cNvSpPr>
            <a:spLocks noGrp="1"/>
          </p:cNvSpPr>
          <p:nvPr>
            <p:ph type="body" idx="18" sz="quarter"/>
          </p:nvPr>
        </p:nvSpPr>
        <p:spPr/>
        <p:txBody>
          <a:bodyPr wrap="square"/>
          <a:lstStyle/>
          <a:p>
            <a:r>
              <a:t>assignment + rubric + submission  →  apply rubric  →  evidence  →  score  →  draft feedback  →  instructor review</a:t>
            </a:r>
          </a:p>
        </p:txBody>
      </p:sp>
      <p:pic>
        <p:nvPicPr>
          <p:cNvPr id="4" name="Picture 3" descr="6-ai-assisted-grading-workflow.png"/>
          <p:cNvPicPr>
            <a:picLocks noChangeAspect="1"/>
          </p:cNvPicPr>
          <p:nvPr/>
        </p:nvPicPr>
        <p:blipFill>
          <a:blip r:embed="rId2"/>
          <a:stretch>
            <a:fillRect/>
          </a:stretch>
        </p:blipFill>
        <p:spPr>
          <a:xfrm>
            <a:off x="476193" y="2015666"/>
            <a:ext cx="11238499" cy="3282398"/>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prompting to workflows</a:t>
            </a:r>
          </a:p>
        </p:txBody>
      </p:sp>
      <p:sp>
        <p:nvSpPr>
          <p:cNvPr id="4" name="Text Placeholder 3"/>
          <p:cNvSpPr>
            <a:spLocks noGrp="1"/>
          </p:cNvSpPr>
          <p:nvPr>
            <p:ph type="body" idx="18" sz="quarter"/>
          </p:nvPr>
        </p:nvSpPr>
        <p:spPr/>
        <p:txBody>
          <a:bodyPr wrap="square"/>
          <a:lstStyle/>
          <a:p>
            <a:r>
              <a:t>The subtitle of this talk</a:t>
            </a:r>
          </a:p>
        </p:txBody>
      </p:sp>
      <p:sp>
        <p:nvSpPr>
          <p:cNvPr id="5" name="Text Placeholder 4"/>
          <p:cNvSpPr>
            <a:spLocks noGrp="1"/>
          </p:cNvSpPr>
          <p:nvPr>
            <p:ph type="body" idx="24" sz="quarter"/>
          </p:nvPr>
        </p:nvSpPr>
        <p:spPr/>
        <p:txBody>
          <a:bodyPr wrap="square"/>
          <a:lstStyle/>
          <a:p>
            <a:r>
              <a:rPr b="1"/>
              <a:t>PROMPT</a:t>
            </a:r>
            <a:r>
              <a:t> — one task, typed once</a:t>
            </a:r>
          </a:p>
          <a:p>
            <a:r>
              <a:rPr b="1"/>
              <a:t>REUSABLE PROMPT</a:t>
            </a:r>
            <a:r>
              <a:t> — .github/prompts/update-syllabus.prompt.md</a:t>
            </a:r>
          </a:p>
          <a:p>
            <a:r>
              <a:rPr b="1"/>
              <a:t>PROJECT INSTRUCTIONS</a:t>
            </a:r>
            <a:r>
              <a:t> — AGENTS.md: "Always work this way in this project."</a:t>
            </a:r>
          </a:p>
          <a:p>
            <a:r>
              <a:rPr b="1"/>
              <a:t>SKILL</a:t>
            </a:r>
            <a:r>
              <a:t> — .github/skills/grade-submission/SKILL.md</a:t>
            </a:r>
          </a:p>
          <a:p>
            <a:r>
              <a:rPr b="1"/>
              <a:t>WORKFLOW</a:t>
            </a:r>
            <a:r>
              <a:t> — several steps, chained and repeatable</a:t>
            </a:r>
          </a:p>
        </p:txBody>
      </p:sp>
      <p:pic>
        <p:nvPicPr>
          <p:cNvPr id="7" name="Picture 6" descr="4-from-one-prompt-to-a-workflow.png"/>
          <p:cNvPicPr>
            <a:picLocks noChangeAspect="1"/>
          </p:cNvPicPr>
          <p:nvPr/>
        </p:nvPicPr>
        <p:blipFill>
          <a:blip r:embed="rId2"/>
          <a:stretch>
            <a:fillRect/>
          </a:stretch>
        </p:blipFill>
        <p:spPr>
          <a:xfrm>
            <a:off x="6470024" y="2750128"/>
            <a:ext cx="5336192" cy="1847143"/>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I built this website</a:t>
            </a:r>
          </a:p>
        </p:txBody>
      </p:sp>
      <p:sp>
        <p:nvSpPr>
          <p:cNvPr id="4" name="Text Placeholder 3"/>
          <p:cNvSpPr>
            <a:spLocks noGrp="1"/>
          </p:cNvSpPr>
          <p:nvPr>
            <p:ph type="body" idx="18" sz="quarter"/>
          </p:nvPr>
        </p:nvSpPr>
        <p:spPr/>
        <p:txBody>
          <a:bodyPr wrap="square"/>
          <a:lstStyle/>
          <a:p>
            <a:r>
              <a:t>The plumbing behind slide 2</a:t>
            </a:r>
          </a:p>
        </p:txBody>
      </p:sp>
      <p:sp>
        <p:nvSpPr>
          <p:cNvPr id="5" name="Text Placeholder 4"/>
          <p:cNvSpPr>
            <a:spLocks noGrp="1"/>
          </p:cNvSpPr>
          <p:nvPr>
            <p:ph type="body" idx="24" sz="quarter"/>
          </p:nvPr>
        </p:nvSpPr>
        <p:spPr/>
        <p:txBody>
          <a:bodyPr wrap="square"/>
          <a:lstStyle/>
          <a:p>
            <a:r>
              <a:t>outlines + prompts + template → agent → Markdown → build script → GitHub → GitHub Pages → your phone</a:t>
            </a:r>
          </a:p>
          <a:p/>
          <a:p>
            <a:r>
              <a:rPr b="1"/>
              <a:t>Clone · edit · commit · push.</a:t>
            </a:r>
          </a:p>
          <a:p>
            <a:r>
              <a:t>Git keeps the history. GitHub keeps the copy. Pages publishes the docs/ folder.</a:t>
            </a:r>
          </a:p>
          <a:p/>
          <a:p>
            <a:r>
              <a:rPr b="1"/>
              <a:t>Nothing here needed a web developer.</a:t>
            </a:r>
          </a:p>
        </p:txBody>
      </p:sp>
      <p:pic>
        <p:nvPicPr>
          <p:cNvPr id="7" name="Picture 6" descr="github-pages-publishing-source.png"/>
          <p:cNvPicPr>
            <a:picLocks noChangeAspect="1"/>
          </p:cNvPicPr>
          <p:nvPr/>
        </p:nvPicPr>
        <p:blipFill>
          <a:blip r:embed="rId2"/>
          <a:stretch>
            <a:fillRect/>
          </a:stretch>
        </p:blipFill>
        <p:spPr>
          <a:xfrm>
            <a:off x="6470024" y="3185438"/>
            <a:ext cx="5336192" cy="976523"/>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Delegate work, not responsibility</a:t>
            </a:r>
          </a:p>
        </p:txBody>
      </p:sp>
      <p:sp>
        <p:nvSpPr>
          <p:cNvPr id="3" name="Text Placeholder 2"/>
          <p:cNvSpPr>
            <a:spLocks noGrp="1"/>
          </p:cNvSpPr>
          <p:nvPr>
            <p:ph type="body" idx="26" sz="quarter"/>
          </p:nvPr>
        </p:nvSpPr>
        <p:spPr/>
        <p:txBody>
          <a:bodyPr wrap="square"/>
          <a:lstStyle/>
          <a:p>
            <a:r>
              <a:t>1.  Open a real project folder in VS Code</a:t>
            </a:r>
          </a:p>
          <a:p>
            <a:r>
              <a:t>2.  Ask Copilot to inspect it</a:t>
            </a:r>
          </a:p>
          <a:p>
            <a:r>
              <a:t>3.  Give it one multi-file task</a:t>
            </a:r>
          </a:p>
          <a:p>
            <a:r>
              <a:t>4.  Create an AGENTS.md</a:t>
            </a:r>
          </a:p>
          <a:p>
            <a:r>
              <a:t>5.  Turn one repetitive task into a workflow</a:t>
            </a:r>
          </a:p>
        </p:txBody>
      </p:sp>
      <p:sp>
        <p:nvSpPr>
          <p:cNvPr id="4" name="Text Placeholder 3"/>
          <p:cNvSpPr>
            <a:spLocks noGrp="1"/>
          </p:cNvSpPr>
          <p:nvPr>
            <p:ph type="body" idx="18" sz="quarter"/>
          </p:nvPr>
        </p:nvSpPr>
        <p:spPr/>
        <p:txBody>
          <a:bodyPr wrap="square"/>
          <a:lstStyle/>
          <a:p>
            <a:r>
              <a:t>Four words</a:t>
            </a:r>
          </a:p>
        </p:txBody>
      </p:sp>
      <p:sp>
        <p:nvSpPr>
          <p:cNvPr id="5" name="Text Placeholder 4"/>
          <p:cNvSpPr>
            <a:spLocks noGrp="1"/>
          </p:cNvSpPr>
          <p:nvPr>
            <p:ph type="body" idx="24" sz="quarter"/>
          </p:nvPr>
        </p:nvSpPr>
        <p:spPr/>
        <p:txBody>
          <a:bodyPr wrap="square"/>
          <a:lstStyle/>
          <a:p>
            <a:r>
              <a:rPr b="1"/>
              <a:t>Protect</a:t>
            </a:r>
            <a:r>
              <a:t> sensitive data.</a:t>
            </a:r>
          </a:p>
          <a:p>
            <a:r>
              <a:rPr b="1"/>
              <a:t>Constrain</a:t>
            </a:r>
            <a:r>
              <a:t> what may change.</a:t>
            </a:r>
          </a:p>
          <a:p>
            <a:r>
              <a:rPr b="1"/>
              <a:t>Verify</a:t>
            </a:r>
            <a:r>
              <a:t> the result.</a:t>
            </a:r>
          </a:p>
          <a:p>
            <a:r>
              <a:rPr b="1"/>
              <a:t>Own</a:t>
            </a:r>
            <a:r>
              <a:t> the decision.</a:t>
            </a:r>
          </a:p>
        </p:txBody>
      </p:sp>
      <p:sp>
        <p:nvSpPr>
          <p:cNvPr id="6" name="Text Placeholder 5"/>
          <p:cNvSpPr>
            <a:spLocks noGrp="1"/>
          </p:cNvSpPr>
          <p:nvPr>
            <p:ph type="body" idx="20" sz="quarter"/>
          </p:nvPr>
        </p:nvSpPr>
        <p:spPr/>
        <p:txBody>
          <a:bodyPr wrap="square"/>
          <a:lstStyle/>
          <a:p>
            <a:r>
              <a:t>What to try first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Take it with you</a:t>
            </a:r>
          </a:p>
        </p:txBody>
      </p:sp>
      <p:sp>
        <p:nvSpPr>
          <p:cNvPr id="3" name="Text Placeholder 2"/>
          <p:cNvSpPr>
            <a:spLocks noGrp="1"/>
          </p:cNvSpPr>
          <p:nvPr>
            <p:ph type="body" idx="26" sz="quarter"/>
          </p:nvPr>
        </p:nvSpPr>
        <p:spPr/>
        <p:txBody>
          <a:bodyPr wrap="square"/>
          <a:lstStyle/>
          <a:p>
            <a:r>
              <a:t>QR code and short URL: TODO (add qr-site.png once the site URL is final)</a:t>
            </a:r>
          </a:p>
        </p:txBody>
      </p:sp>
      <p:sp>
        <p:nvSpPr>
          <p:cNvPr id="4" name="Text Placeholder 3"/>
          <p:cNvSpPr>
            <a:spLocks noGrp="1"/>
          </p:cNvSpPr>
          <p:nvPr>
            <p:ph type="body" idx="18" sz="quarter"/>
          </p:nvPr>
        </p:nvSpPr>
        <p:spPr/>
        <p:txBody>
          <a:bodyPr wrap="square"/>
          <a:lstStyle/>
          <a:p>
            <a:r>
              <a:t>On the site</a:t>
            </a:r>
          </a:p>
        </p:txBody>
      </p:sp>
      <p:sp>
        <p:nvSpPr>
          <p:cNvPr id="5" name="Text Placeholder 4"/>
          <p:cNvSpPr>
            <a:spLocks noGrp="1"/>
          </p:cNvSpPr>
          <p:nvPr>
            <p:ph type="body" idx="24" sz="quarter"/>
          </p:nvPr>
        </p:nvSpPr>
        <p:spPr/>
        <p:txBody>
          <a:bodyPr wrap="square"/>
          <a:lstStyle/>
          <a:p>
            <a:r>
              <a:t>These slides · setup guide · every prompt · the demo files · the repository · recordings</a:t>
            </a:r>
          </a:p>
          <a:p/>
          <a:p>
            <a:r>
              <a:t>github.com/nimdvir/cce-2026</a:t>
            </a:r>
          </a:p>
          <a:p/>
          <a:p>
            <a:r>
              <a:t>Nim Dvir · nimdvir.com · linkedin.com/in/nimdvir</a:t>
            </a:r>
          </a:p>
        </p:txBody>
      </p:sp>
      <p:sp>
        <p:nvSpPr>
          <p:cNvPr id="6" name="Text Placeholder 5"/>
          <p:cNvSpPr>
            <a:spLocks noGrp="1"/>
          </p:cNvSpPr>
          <p:nvPr>
            <p:ph type="body" idx="20" sz="quarter"/>
          </p:nvPr>
        </p:nvSpPr>
        <p:spPr/>
        <p:txBody>
          <a:bodyPr wrap="square"/>
          <a:lstStyle/>
          <a:p>
            <a:r>
              <a:t>Scan once more</a:t>
            </a:r>
          </a:p>
        </p:txBody>
      </p:sp>
      <p:pic>
        <p:nvPicPr>
          <p:cNvPr id="7" name="Picture 6" descr="headshot2025-cloud.jpg"/>
          <p:cNvPicPr>
            <a:picLocks noChangeAspect="1"/>
          </p:cNvPicPr>
          <p:nvPr/>
        </p:nvPicPr>
        <p:blipFill>
          <a:blip r:embed="rId2"/>
          <a:stretch>
            <a:fillRect/>
          </a:stretch>
        </p:blipFill>
        <p:spPr>
          <a:xfrm>
            <a:off x="6540327" y="2286000"/>
            <a:ext cx="5207346" cy="3474720"/>
          </a:xfrm>
          <a:prstGeom prst="rect">
            <a:avLst/>
          </a:prstGeom>
        </p:spPr>
      </p:pic>
    </p:spTree>
  </p:cSld>
  <p:clrMapOvr>
    <a:masterClrMapping/>
  </p:clrMapOvr>
</p:sld>
</file>

<file path=ppt/theme/theme1.xml><?xml version="1.0" encoding="utf-8"?>
<a:theme xmlns:a="http://schemas.openxmlformats.org/drawingml/2006/main" name="Cengage Light">
  <a:themeElements>
    <a:clrScheme name="ES 2026">
      <a:dk1>
        <a:srgbClr val="0B1F3A"/>
      </a:dk1>
      <a:lt1>
        <a:srgbClr val="FFFFFF"/>
      </a:lt1>
      <a:dk2>
        <a:srgbClr val="0B1F3A"/>
      </a:dk2>
      <a:lt2>
        <a:srgbClr val="DEE5EE"/>
      </a:lt2>
      <a:accent1>
        <a:srgbClr val="00B8D9"/>
      </a:accent1>
      <a:accent2>
        <a:srgbClr val="FD9A04"/>
      </a:accent2>
      <a:accent3>
        <a:srgbClr val="008EBA"/>
      </a:accent3>
      <a:accent4>
        <a:srgbClr val="00E7FF"/>
      </a:accent4>
      <a:accent5>
        <a:srgbClr val="3C4960"/>
      </a:accent5>
      <a:accent6>
        <a:srgbClr val="2A3749"/>
      </a:accent6>
      <a:hlink>
        <a:srgbClr val="00B8D9"/>
      </a:hlink>
      <a:folHlink>
        <a:srgbClr val="008EBA"/>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5" id="{5B4002AE-9043-F748-A49C-3FC13318A0BD}" vid="{C0743498-644D-3B49-BC21-AD44031E46B1}"/>
    </a:ext>
  </a:extLst>
</a:theme>
</file>

<file path=ppt/theme/theme2.xml><?xml version="1.0" encoding="utf-8"?>
<a:theme xmlns:a="http://schemas.openxmlformats.org/drawingml/2006/main" name="Images">
  <a:themeElements>
    <a:clrScheme name="ES 2026">
      <a:dk1>
        <a:srgbClr val="0B1F3A"/>
      </a:dk1>
      <a:lt1>
        <a:srgbClr val="FFFFFF"/>
      </a:lt1>
      <a:dk2>
        <a:srgbClr val="0B1F3A"/>
      </a:dk2>
      <a:lt2>
        <a:srgbClr val="DEE5EE"/>
      </a:lt2>
      <a:accent1>
        <a:srgbClr val="00B8D9"/>
      </a:accent1>
      <a:accent2>
        <a:srgbClr val="FD9A04"/>
      </a:accent2>
      <a:accent3>
        <a:srgbClr val="008EBA"/>
      </a:accent3>
      <a:accent4>
        <a:srgbClr val="00E7FF"/>
      </a:accent4>
      <a:accent5>
        <a:srgbClr val="3C4960"/>
      </a:accent5>
      <a:accent6>
        <a:srgbClr val="2A3749"/>
      </a:accent6>
      <a:hlink>
        <a:srgbClr val="00B8D9"/>
      </a:hlink>
      <a:folHlink>
        <a:srgbClr val="008EBA"/>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5" id="{5B4002AE-9043-F748-A49C-3FC13318A0BD}" vid="{69958CDE-F221-6141-AE3B-45E8FB179AD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Cengage Dark</Template>
  <TotalTime>701</TotalTime>
  <Words>6</Words>
  <Application>Microsoft Macintosh PowerPoint</Application>
  <PresentationFormat>Widescreen</PresentationFormat>
  <Paragraphs>3</Paragraphs>
  <Slides>10</Slides>
  <Notes>0</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10</vt:i4>
      </vt:variant>
    </vt:vector>
  </HeadingPairs>
  <TitlesOfParts>
    <vt:vector size="17" baseType="lpstr">
      <vt:lpstr>Aptos</vt:lpstr>
      <vt:lpstr>Arial</vt:lpstr>
      <vt:lpstr>Inter</vt:lpstr>
      <vt:lpstr>Inter Light</vt:lpstr>
      <vt:lpstr>Work Sans</vt:lpstr>
      <vt:lpstr>Cengage Light</vt:lpstr>
      <vt:lpstr>Images</vt:lpstr>
      <vt:lpstr>PowerPoint Presentation</vt:lpstr>
      <vt:lpstr>Housekeeping</vt:lpstr>
      <vt:lpstr>PowerPoint Presentation</vt:lpstr>
      <vt:lpstr>PowerPoint Presentation</vt:lpstr>
      <vt:lpstr>PowerPoint Presentation</vt:lpstr>
      <vt:lpstr>PowerPoint Presentation</vt:lpstr>
      <vt:lpstr>PowerPoint Presentation</vt:lpstr>
      <vt:lpstr>PowerPoint Presentation</vt:lpstr>
      <vt:lpstr>Questions?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Coffman, Wesley</dc:creator>
  <cp:lastModifiedBy>Berger, Vin</cp:lastModifiedBy>
  <cp:revision>26</cp:revision>
  <dcterms:created xsi:type="dcterms:W3CDTF">2026-08-12T15:57:40Z</dcterms:created>
  <dcterms:modified xsi:type="dcterms:W3CDTF">2026-09-15T18:12:23Z</dcterms:modified>
</cp:coreProperties>
</file>