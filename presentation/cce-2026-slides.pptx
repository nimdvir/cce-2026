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fe154d48774406" /><Relationship Type="http://schemas.openxmlformats.org/officeDocument/2006/relationships/extended-properties" Target="/docProps/app.xml" Id="Rd566611168454489" /><Relationship Type="http://schemas.openxmlformats.org/officeDocument/2006/relationships/officeDocument" Target="/ppt/presentation.xml" Id="Rb412818aef104378" /></Relationships>
</file>

<file path=ppt/presentation.xml><?xml version="1.0" encoding="utf-8"?>
<p:presentation xmlns:p="http://schemas.openxmlformats.org/presentationml/2006/main">
  <p:sldMasterIdLst>
    <p:sldMasterId xmlns:r="http://schemas.openxmlformats.org/officeDocument/2006/relationships" id="2147483648" r:id="Ra8794bdb95e14d0b"/>
  </p:sldMasterIdLst>
  <p:notesMasterIdLst>
    <p:notesMasterId xmlns:r="http://schemas.openxmlformats.org/officeDocument/2006/relationships" r:id="Rdf29bf71f86d45ac"/>
  </p:notesMasterIdLst>
  <p:sldIdLst>
    <p:sldId xmlns:r="http://schemas.openxmlformats.org/officeDocument/2006/relationships" id="256" r:id="R366c949e2d104448"/>
    <p:sldId xmlns:r="http://schemas.openxmlformats.org/officeDocument/2006/relationships" id="257" r:id="Rc82c22e3351648a4"/>
    <p:sldId xmlns:r="http://schemas.openxmlformats.org/officeDocument/2006/relationships" id="258" r:id="R7a61cba157384ec8"/>
    <p:sldId xmlns:r="http://schemas.openxmlformats.org/officeDocument/2006/relationships" id="259" r:id="R6cc599c2237f4c3e"/>
    <p:sldId xmlns:r="http://schemas.openxmlformats.org/officeDocument/2006/relationships" id="260" r:id="R8af6b432ab2b496c"/>
    <p:sldId xmlns:r="http://schemas.openxmlformats.org/officeDocument/2006/relationships" id="261" r:id="Rc77ed144927a4e1a"/>
    <p:sldId xmlns:r="http://schemas.openxmlformats.org/officeDocument/2006/relationships" id="262" r:id="R7c0a24a0b721467a"/>
    <p:sldId xmlns:r="http://schemas.openxmlformats.org/officeDocument/2006/relationships" id="263" r:id="Rd48abe1fb8ff459a"/>
    <p:sldId xmlns:r="http://schemas.openxmlformats.org/officeDocument/2006/relationships" id="264" r:id="R0fdd241edf2d4518"/>
    <p:sldId xmlns:r="http://schemas.openxmlformats.org/officeDocument/2006/relationships" id="265" r:id="R03d7648c08cc40d0"/>
    <p:sldId xmlns:r="http://schemas.openxmlformats.org/officeDocument/2006/relationships" id="266" r:id="R017977d098694e6a"/>
    <p:sldId xmlns:r="http://schemas.openxmlformats.org/officeDocument/2006/relationships" id="267" r:id="Rac98b9265309499a"/>
    <p:sldId xmlns:r="http://schemas.openxmlformats.org/officeDocument/2006/relationships" id="268" r:id="Rbb1b232be28e48a7"/>
    <p:sldId xmlns:r="http://schemas.openxmlformats.org/officeDocument/2006/relationships" id="269" r:id="R84a323898c084392"/>
    <p:sldId xmlns:r="http://schemas.openxmlformats.org/officeDocument/2006/relationships" id="270" r:id="Raef902ca73734787"/>
    <p:sldId xmlns:r="http://schemas.openxmlformats.org/officeDocument/2006/relationships" id="271" r:id="Rb3c2831118dc4f75"/>
    <p:sldId xmlns:r="http://schemas.openxmlformats.org/officeDocument/2006/relationships" id="272" r:id="Rc839e1623f6c402b"/>
    <p:sldId xmlns:r="http://schemas.openxmlformats.org/officeDocument/2006/relationships" id="273" r:id="R8ab7363042bd4c83"/>
    <p:sldId xmlns:r="http://schemas.openxmlformats.org/officeDocument/2006/relationships" id="274" r:id="Rc0c7859e20044a6a"/>
    <p:sldId xmlns:r="http://schemas.openxmlformats.org/officeDocument/2006/relationships" id="275" r:id="Rbe8e6b003ff24f91"/>
    <p:sldId xmlns:r="http://schemas.openxmlformats.org/officeDocument/2006/relationships" id="276" r:id="Rd371c70e3dfe4bad"/>
    <p:sldId xmlns:r="http://schemas.openxmlformats.org/officeDocument/2006/relationships" id="277" r:id="Rb154960cb47c4310"/>
    <p:sldId xmlns:r="http://schemas.openxmlformats.org/officeDocument/2006/relationships" id="278" r:id="Rb0b2120fbf844301"/>
    <p:sldId xmlns:r="http://schemas.openxmlformats.org/officeDocument/2006/relationships" id="279" r:id="R909369d66e6f42ae"/>
    <p:sldId xmlns:r="http://schemas.openxmlformats.org/officeDocument/2006/relationships" id="280" r:id="R8f03daf5db0b4c8f"/>
    <p:sldId xmlns:r="http://schemas.openxmlformats.org/officeDocument/2006/relationships" id="281" r:id="R2f203df489f84c3f"/>
    <p:sldId xmlns:r="http://schemas.openxmlformats.org/officeDocument/2006/relationships" id="282" r:id="Rb020f86846134b53"/>
    <p:sldId xmlns:r="http://schemas.openxmlformats.org/officeDocument/2006/relationships" id="283" r:id="R080ae568553740d2"/>
    <p:sldId xmlns:r="http://schemas.openxmlformats.org/officeDocument/2006/relationships" id="284" r:id="R9fff9ebd42f04fbe"/>
    <p:sldId xmlns:r="http://schemas.openxmlformats.org/officeDocument/2006/relationships" id="285" r:id="R0b96e97087d342c4"/>
    <p:sldId xmlns:r="http://schemas.openxmlformats.org/officeDocument/2006/relationships" id="286" r:id="R3521bdb104d84a3d"/>
    <p:sldId xmlns:r="http://schemas.openxmlformats.org/officeDocument/2006/relationships" id="287" r:id="R091af8a80f684c1c"/>
    <p:sldId xmlns:r="http://schemas.openxmlformats.org/officeDocument/2006/relationships" id="288" r:id="Ree053784ab574059"/>
    <p:sldId xmlns:r="http://schemas.openxmlformats.org/officeDocument/2006/relationships" id="289" r:id="Rb26c6ce7c48b4e2f"/>
    <p:sldId xmlns:r="http://schemas.openxmlformats.org/officeDocument/2006/relationships" id="290" r:id="Rdbdbf288a5d249a2"/>
    <p:sldId xmlns:r="http://schemas.openxmlformats.org/officeDocument/2006/relationships" id="291" r:id="R704a55659783461a"/>
    <p:sldId xmlns:r="http://schemas.openxmlformats.org/officeDocument/2006/relationships" id="292" r:id="Re50f23bf0be445af"/>
    <p:sldId xmlns:r="http://schemas.openxmlformats.org/officeDocument/2006/relationships" id="293" r:id="R3601650c58884080"/>
    <p:sldId xmlns:r="http://schemas.openxmlformats.org/officeDocument/2006/relationships" id="294" r:id="Rc4cc23579a6b45ba"/>
    <p:sldId xmlns:r="http://schemas.openxmlformats.org/officeDocument/2006/relationships" id="295" r:id="R2b1da38b48554db5"/>
    <p:sldId xmlns:r="http://schemas.openxmlformats.org/officeDocument/2006/relationships" id="296" r:id="R80073c2fbabb4a08"/>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275519c29044fd4" /><Relationship Type="http://schemas.openxmlformats.org/officeDocument/2006/relationships/slideMaster" Target="/ppt/slideMasters/slideMaster1.xml" Id="Ra8794bdb95e14d0b" /><Relationship Type="http://schemas.openxmlformats.org/officeDocument/2006/relationships/notesMaster" Target="/ppt/notesMasters/notesMaster1.xml" Id="Rdf29bf71f86d45ac" /><Relationship Type="http://schemas.openxmlformats.org/officeDocument/2006/relationships/presProps" Target="/ppt/presProps.xml" Id="Re64213e937354612" /><Relationship Type="http://schemas.openxmlformats.org/officeDocument/2006/relationships/viewProps" Target="/ppt/viewProps.xml" Id="R9276bfafe01849a2" /><Relationship Type="http://schemas.openxmlformats.org/officeDocument/2006/relationships/tableStyles" Target="/ppt/tableStyles.xml" Id="Re2fb3f3028f94de5" /><Relationship Type="http://schemas.openxmlformats.org/officeDocument/2006/relationships/slide" Target="/ppt/slides/slide1.xml" Id="R366c949e2d104448" /><Relationship Type="http://schemas.openxmlformats.org/officeDocument/2006/relationships/slide" Target="/ppt/slides/slide2.xml" Id="Rc82c22e3351648a4" /><Relationship Type="http://schemas.openxmlformats.org/officeDocument/2006/relationships/slide" Target="/ppt/slides/slide3.xml" Id="R7a61cba157384ec8" /><Relationship Type="http://schemas.openxmlformats.org/officeDocument/2006/relationships/slide" Target="/ppt/slides/slide4.xml" Id="R6cc599c2237f4c3e" /><Relationship Type="http://schemas.openxmlformats.org/officeDocument/2006/relationships/slide" Target="/ppt/slides/slide5.xml" Id="R8af6b432ab2b496c" /><Relationship Type="http://schemas.openxmlformats.org/officeDocument/2006/relationships/slide" Target="/ppt/slides/slide6.xml" Id="Rc77ed144927a4e1a" /><Relationship Type="http://schemas.openxmlformats.org/officeDocument/2006/relationships/slide" Target="/ppt/slides/slide7.xml" Id="R7c0a24a0b721467a" /><Relationship Type="http://schemas.openxmlformats.org/officeDocument/2006/relationships/slide" Target="/ppt/slides/slide8.xml" Id="Rd48abe1fb8ff459a" /><Relationship Type="http://schemas.openxmlformats.org/officeDocument/2006/relationships/slide" Target="/ppt/slides/slide9.xml" Id="R0fdd241edf2d4518" /><Relationship Type="http://schemas.openxmlformats.org/officeDocument/2006/relationships/slide" Target="/ppt/slides/slide10.xml" Id="R03d7648c08cc40d0" /><Relationship Type="http://schemas.openxmlformats.org/officeDocument/2006/relationships/slide" Target="/ppt/slides/slide11.xml" Id="R017977d098694e6a" /><Relationship Type="http://schemas.openxmlformats.org/officeDocument/2006/relationships/slide" Target="/ppt/slides/slide12.xml" Id="Rac98b9265309499a" /><Relationship Type="http://schemas.openxmlformats.org/officeDocument/2006/relationships/slide" Target="/ppt/slides/slide13.xml" Id="Rbb1b232be28e48a7" /><Relationship Type="http://schemas.openxmlformats.org/officeDocument/2006/relationships/slide" Target="/ppt/slides/slide14.xml" Id="R84a323898c084392" /><Relationship Type="http://schemas.openxmlformats.org/officeDocument/2006/relationships/slide" Target="/ppt/slides/slide15.xml" Id="Raef902ca73734787" /><Relationship Type="http://schemas.openxmlformats.org/officeDocument/2006/relationships/slide" Target="/ppt/slides/slide16.xml" Id="Rb3c2831118dc4f75" /><Relationship Type="http://schemas.openxmlformats.org/officeDocument/2006/relationships/slide" Target="/ppt/slides/slide17.xml" Id="Rc839e1623f6c402b" /><Relationship Type="http://schemas.openxmlformats.org/officeDocument/2006/relationships/slide" Target="/ppt/slides/slide18.xml" Id="R8ab7363042bd4c83" /><Relationship Type="http://schemas.openxmlformats.org/officeDocument/2006/relationships/slide" Target="/ppt/slides/slide19.xml" Id="Rc0c7859e20044a6a" /><Relationship Type="http://schemas.openxmlformats.org/officeDocument/2006/relationships/slide" Target="/ppt/slides/slide20.xml" Id="Rbe8e6b003ff24f91" /><Relationship Type="http://schemas.openxmlformats.org/officeDocument/2006/relationships/slide" Target="/ppt/slides/slide21.xml" Id="Rd371c70e3dfe4bad" /><Relationship Type="http://schemas.openxmlformats.org/officeDocument/2006/relationships/slide" Target="/ppt/slides/slide22.xml" Id="Rb154960cb47c4310" /><Relationship Type="http://schemas.openxmlformats.org/officeDocument/2006/relationships/slide" Target="/ppt/slides/slide23.xml" Id="Rb0b2120fbf844301" /><Relationship Type="http://schemas.openxmlformats.org/officeDocument/2006/relationships/slide" Target="/ppt/slides/slide24.xml" Id="R909369d66e6f42ae" /><Relationship Type="http://schemas.openxmlformats.org/officeDocument/2006/relationships/slide" Target="/ppt/slides/slide25.xml" Id="R8f03daf5db0b4c8f" /><Relationship Type="http://schemas.openxmlformats.org/officeDocument/2006/relationships/slide" Target="/ppt/slides/slide26.xml" Id="R2f203df489f84c3f" /><Relationship Type="http://schemas.openxmlformats.org/officeDocument/2006/relationships/slide" Target="/ppt/slides/slide27.xml" Id="Rb020f86846134b53" /><Relationship Type="http://schemas.openxmlformats.org/officeDocument/2006/relationships/slide" Target="/ppt/slides/slide28.xml" Id="R080ae568553740d2" /><Relationship Type="http://schemas.openxmlformats.org/officeDocument/2006/relationships/slide" Target="/ppt/slides/slide29.xml" Id="R9fff9ebd42f04fbe" /><Relationship Type="http://schemas.openxmlformats.org/officeDocument/2006/relationships/slide" Target="/ppt/slides/slide30.xml" Id="R0b96e97087d342c4" /><Relationship Type="http://schemas.openxmlformats.org/officeDocument/2006/relationships/slide" Target="/ppt/slides/slide31.xml" Id="R3521bdb104d84a3d" /><Relationship Type="http://schemas.openxmlformats.org/officeDocument/2006/relationships/slide" Target="/ppt/slides/slide32.xml" Id="R091af8a80f684c1c" /><Relationship Type="http://schemas.openxmlformats.org/officeDocument/2006/relationships/slide" Target="/ppt/slides/slide33.xml" Id="Ree053784ab574059" /><Relationship Type="http://schemas.openxmlformats.org/officeDocument/2006/relationships/slide" Target="/ppt/slides/slide34.xml" Id="Rb26c6ce7c48b4e2f" /><Relationship Type="http://schemas.openxmlformats.org/officeDocument/2006/relationships/slide" Target="/ppt/slides/slide35.xml" Id="Rdbdbf288a5d249a2" /><Relationship Type="http://schemas.openxmlformats.org/officeDocument/2006/relationships/slide" Target="/ppt/slides/slide36.xml" Id="R704a55659783461a" /><Relationship Type="http://schemas.openxmlformats.org/officeDocument/2006/relationships/slide" Target="/ppt/slides/slide37.xml" Id="Re50f23bf0be445af" /><Relationship Type="http://schemas.openxmlformats.org/officeDocument/2006/relationships/slide" Target="/ppt/slides/slide38.xml" Id="R3601650c58884080" /><Relationship Type="http://schemas.openxmlformats.org/officeDocument/2006/relationships/slide" Target="/ppt/slides/slide39.xml" Id="Rc4cc23579a6b45ba" /><Relationship Type="http://schemas.openxmlformats.org/officeDocument/2006/relationships/slide" Target="/ppt/slides/slide40.xml" Id="R2b1da38b48554db5" /><Relationship Type="http://schemas.openxmlformats.org/officeDocument/2006/relationships/slide" Target="/ppt/slides/slide41.xml" Id="R80073c2fbabb4a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887c2cbff04a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engage Light">
  <a:themeElements>
    <a:clrScheme name="ES 2026">
      <a:dk1>
        <a:srgbClr val="0B1F3A"/>
      </a:dk1>
      <a:lt1>
        <a:srgbClr val="FFFFFF"/>
      </a:lt1>
      <a:dk2>
        <a:srgbClr val="0B1F3A"/>
      </a:dk2>
      <a:lt2>
        <a:srgbClr val="DEE5EE"/>
      </a:lt2>
      <a:accent1>
        <a:srgbClr val="00B8D9"/>
      </a:accent1>
      <a:accent2>
        <a:srgbClr val="FD9A04"/>
      </a:accent2>
      <a:accent3>
        <a:srgbClr val="008EBA"/>
      </a:accent3>
      <a:accent4>
        <a:srgbClr val="00E7FF"/>
      </a:accent4>
      <a:accent5>
        <a:srgbClr val="3C4960"/>
      </a:accent5>
      <a:accent6>
        <a:srgbClr val="2A3749"/>
      </a:accent6>
      <a:hlink>
        <a:srgbClr val="00B8D9"/>
      </a:hlink>
      <a:folHlink>
        <a:srgbClr val="008EBA"/>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ES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ef4fed52a7472e" /><Relationship Type="http://schemas.openxmlformats.org/officeDocument/2006/relationships/notesMaster" Target="/ppt/notesMasters/notesMaster1.xml" Id="Rbff34aade3d845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ef51f469ba49e9" /><Relationship Type="http://schemas.openxmlformats.org/officeDocument/2006/relationships/notesMaster" Target="/ppt/notesMasters/notesMaster1.xml" Id="R5304cd9091b440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806a2b76c54f1d" /><Relationship Type="http://schemas.openxmlformats.org/officeDocument/2006/relationships/notesMaster" Target="/ppt/notesMasters/notesMaster1.xml" Id="R0208379517eb41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f30694add4461e" /><Relationship Type="http://schemas.openxmlformats.org/officeDocument/2006/relationships/notesMaster" Target="/ppt/notesMasters/notesMaster1.xml" Id="Rc9d6a39a28e843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3d8f61282448fb" /><Relationship Type="http://schemas.openxmlformats.org/officeDocument/2006/relationships/notesMaster" Target="/ppt/notesMasters/notesMaster1.xml" Id="Rb24d268bd82745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f61e4d346f4672" /><Relationship Type="http://schemas.openxmlformats.org/officeDocument/2006/relationships/notesMaster" Target="/ppt/notesMasters/notesMaster1.xml" Id="R2ccafdb0332742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5310c4e30b4924" /><Relationship Type="http://schemas.openxmlformats.org/officeDocument/2006/relationships/notesMaster" Target="/ppt/notesMasters/notesMaster1.xml" Id="R0eb7c3a25da749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024252ec9c4590" /><Relationship Type="http://schemas.openxmlformats.org/officeDocument/2006/relationships/notesMaster" Target="/ppt/notesMasters/notesMaster1.xml" Id="Rb380c61029504f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a788ece5cc46b4" /><Relationship Type="http://schemas.openxmlformats.org/officeDocument/2006/relationships/notesMaster" Target="/ppt/notesMasters/notesMaster1.xml" Id="R1c7be7524aed40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360368eb6d4f20" /><Relationship Type="http://schemas.openxmlformats.org/officeDocument/2006/relationships/notesMaster" Target="/ppt/notesMasters/notesMaster1.xml" Id="R7c3e948d3a7145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9407eb74aed4f0d" /><Relationship Type="http://schemas.openxmlformats.org/officeDocument/2006/relationships/notesMaster" Target="/ppt/notesMasters/notesMaster1.xml" Id="Rbb6624076ba14b4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2e5d63289734e3e" /><Relationship Type="http://schemas.openxmlformats.org/officeDocument/2006/relationships/notesMaster" Target="/ppt/notesMasters/notesMaster1.xml" Id="Rf44e487c14de4af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9f8e6f787a046d5" /><Relationship Type="http://schemas.openxmlformats.org/officeDocument/2006/relationships/notesMaster" Target="/ppt/notesMasters/notesMaster1.xml" Id="R3feeebecb6184ba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5bedd2ebf9748d0" /><Relationship Type="http://schemas.openxmlformats.org/officeDocument/2006/relationships/notesMaster" Target="/ppt/notesMasters/notesMaster1.xml" Id="Rd56c9afe41fc471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15fbce146d4578" /><Relationship Type="http://schemas.openxmlformats.org/officeDocument/2006/relationships/notesMaster" Target="/ppt/notesMasters/notesMaster1.xml" Id="R1a75d6ca8532413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fe9cbefb92649cc" /><Relationship Type="http://schemas.openxmlformats.org/officeDocument/2006/relationships/notesMaster" Target="/ppt/notesMasters/notesMaster1.xml" Id="Rca4d91a01cc64e0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81eb2672ffb4e07" /><Relationship Type="http://schemas.openxmlformats.org/officeDocument/2006/relationships/notesMaster" Target="/ppt/notesMasters/notesMaster1.xml" Id="R3461d1ce11da4b6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41402b435364933" /><Relationship Type="http://schemas.openxmlformats.org/officeDocument/2006/relationships/notesMaster" Target="/ppt/notesMasters/notesMaster1.xml" Id="R6fb1bdf6c440449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a96c1c4ec6d4135" /><Relationship Type="http://schemas.openxmlformats.org/officeDocument/2006/relationships/notesMaster" Target="/ppt/notesMasters/notesMaster1.xml" Id="Rb901ebc353b1440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ac64fdeea6e4777" /><Relationship Type="http://schemas.openxmlformats.org/officeDocument/2006/relationships/notesMaster" Target="/ppt/notesMasters/notesMaster1.xml" Id="R61db9e1757914c2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17a5c5d7e954030" /><Relationship Type="http://schemas.openxmlformats.org/officeDocument/2006/relationships/notesMaster" Target="/ppt/notesMasters/notesMaster1.xml" Id="R851df4c08a834f3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2600efd989a46cf" /><Relationship Type="http://schemas.openxmlformats.org/officeDocument/2006/relationships/notesMaster" Target="/ppt/notesMasters/notesMaster1.xml" Id="R72d315777d374a1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823d0747cf049d2" /><Relationship Type="http://schemas.openxmlformats.org/officeDocument/2006/relationships/notesMaster" Target="/ppt/notesMasters/notesMaster1.xml" Id="R0224fca00f35488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d533bc0ed164f2d" /><Relationship Type="http://schemas.openxmlformats.org/officeDocument/2006/relationships/notesMaster" Target="/ppt/notesMasters/notesMaster1.xml" Id="Rd77b585742de4d9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41a5b5809344940" /><Relationship Type="http://schemas.openxmlformats.org/officeDocument/2006/relationships/notesMaster" Target="/ppt/notesMasters/notesMaster1.xml" Id="Ra3dfa63315f34fa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ca1291b90854187" /><Relationship Type="http://schemas.openxmlformats.org/officeDocument/2006/relationships/notesMaster" Target="/ppt/notesMasters/notesMaster1.xml" Id="Ref3958301b84490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ea6625aefef4a81" /><Relationship Type="http://schemas.openxmlformats.org/officeDocument/2006/relationships/notesMaster" Target="/ppt/notesMasters/notesMaster1.xml" Id="Ra9ded7e994dc43c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4bb83f66ce446b8" /><Relationship Type="http://schemas.openxmlformats.org/officeDocument/2006/relationships/notesMaster" Target="/ppt/notesMasters/notesMaster1.xml" Id="R06ab7efff46743d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e1c8843acda4039" /><Relationship Type="http://schemas.openxmlformats.org/officeDocument/2006/relationships/notesMaster" Target="/ppt/notesMasters/notesMaster1.xml" Id="R58dd3b19f5fa46d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eed3d92f7214227" /><Relationship Type="http://schemas.openxmlformats.org/officeDocument/2006/relationships/notesMaster" Target="/ppt/notesMasters/notesMaster1.xml" Id="R65564a55de53459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4cc81e86c514ba3" /><Relationship Type="http://schemas.openxmlformats.org/officeDocument/2006/relationships/notesMaster" Target="/ppt/notesMasters/notesMaster1.xml" Id="Re072606e5c7a40a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6df28d8d1614763" /><Relationship Type="http://schemas.openxmlformats.org/officeDocument/2006/relationships/notesMaster" Target="/ppt/notesMasters/notesMaster1.xml" Id="Rc7af262ad1eb4ea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0d9854244774a25" /><Relationship Type="http://schemas.openxmlformats.org/officeDocument/2006/relationships/notesMaster" Target="/ppt/notesMasters/notesMaster1.xml" Id="Ra76f10128fc7446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542f257528e48a3" /><Relationship Type="http://schemas.openxmlformats.org/officeDocument/2006/relationships/notesMaster" Target="/ppt/notesMasters/notesMaster1.xml" Id="R49974da691dc4de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f7df82178cf458d" /><Relationship Type="http://schemas.openxmlformats.org/officeDocument/2006/relationships/notesMaster" Target="/ppt/notesMasters/notesMaster1.xml" Id="R84739fef756c49d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2120a172f4d4690" /><Relationship Type="http://schemas.openxmlformats.org/officeDocument/2006/relationships/notesMaster" Target="/ppt/notesMasters/notesMaster1.xml" Id="R28f56a696bc244b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0c3c7ca426c4577" /><Relationship Type="http://schemas.openxmlformats.org/officeDocument/2006/relationships/notesMaster" Target="/ppt/notesMasters/notesMaster1.xml" Id="Re0615b205116434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b1ecec392624c4a" /><Relationship Type="http://schemas.openxmlformats.org/officeDocument/2006/relationships/notesMaster" Target="/ppt/notesMasters/notesMaster1.xml" Id="R3db831aab4274c3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0e194ac52f74c9d" /><Relationship Type="http://schemas.openxmlformats.org/officeDocument/2006/relationships/notesMaster" Target="/ppt/notesMasters/notesMaster1.xml" Id="Rbfdd0c67e5654a4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92d7d4121514f2b" /><Relationship Type="http://schemas.openxmlformats.org/officeDocument/2006/relationships/notesMaster" Target="/ppt/notesMasters/notesMaster1.xml" Id="R5256c90f673e49d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53cd276b4154dee" /><Relationship Type="http://schemas.openxmlformats.org/officeDocument/2006/relationships/notesMaster" Target="/ppt/notesMasters/notesMaster1.xml" Id="R6b4d4a8a8d9c49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AI Agents in VS Code for Academic Work</a:t>
            </a:r>
          </a:p>
          <a:p xmlns:a="http://schemas.openxmlformats.org/drawingml/2006/main">
            <a:r>
              <a:t>TIME: 0:30 (includes any demo on this slide)</a:t>
            </a:r>
          </a:p>
          <a:p xmlns:a="http://schemas.openxmlformats.org/drawingml/2006/main">
            <a:r>
              <a:t>PURPOSE: From Prompting to Workflows</a:t>
            </a:r>
          </a:p>
          <a:p xmlns:a="http://schemas.openxmlformats.org/drawingml/2006/main">
            <a:r>
              <a:t>SAY</a:t>
            </a:r>
          </a:p>
          <a:p xmlns:a="http://schemas.openxmlformats.org/drawingml/2006/main">
            <a:r>
              <a:t>Welcome. Today I will show how I use agents to work with real academic files. The aim is to make useful materials, inspect what changed, and keep a process we can repeat. You do not need a programming background. The QR code opens the companion site, which carries the detailed explanations and examples.</a:t>
            </a:r>
          </a:p>
          <a:p xmlns:a="http://schemas.openxmlformats.org/drawingml/2006/main">
            <a:r>
              <a:t>SHOW / DO</a:t>
            </a:r>
          </a:p>
          <a:p xmlns:a="http://schemas.openxmlformats.org/drawingml/2006/main">
            <a:r>
              <a:t>Leave the QR code visible while people settle. Invite participants to follow on a phone or laptop. Slides give the short version; the site remains available afterward.</a:t>
            </a:r>
          </a:p>
          <a:p xmlns:a="http://schemas.openxmlformats.org/drawingml/2006/main">
            <a:r>
              <a:t/>
            </a:r>
          </a:p>
          <a:p xmlns:a="http://schemas.openxmlformats.org/drawingml/2006/main">
            <a:r>
              <a:t>TRANSITION</a:t>
            </a:r>
          </a:p>
          <a:p xmlns:a="http://schemas.openxmlformats.org/drawingml/2006/main">
            <a:r>
              <a:t>First, a little about the work that led me here.</a:t>
            </a:r>
          </a:p>
          <a:p xmlns:a="http://schemas.openxmlformats.org/drawingml/2006/main">
            <a:r>
              <a:t/>
            </a:r>
          </a:p>
          <a:p xmlns:a="http://schemas.openxmlformats.org/drawingml/2006/main">
            <a:r>
              <a:t>SOURCE</a:t>
            </a:r>
          </a:p>
          <a:p xmlns:a="http://schemas.openxmlformats.org/drawingml/2006/main">
            <a:r>
              <a:t>https://nimdvir.github.io/cce-2026/</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About me</a:t>
            </a:r>
          </a:p>
          <a:p xmlns:a="http://schemas.openxmlformats.org/drawingml/2006/main">
            <a:r>
              <a:t>TIME: 0:25 (includes any demo on this slide)</a:t>
            </a:r>
          </a:p>
          <a:p xmlns:a="http://schemas.openxmlformats.org/drawingml/2006/main">
            <a:r>
              <a:t>PURPOSE: I teach databases, SQL, and analytics.</a:t>
            </a:r>
          </a:p>
          <a:p xmlns:a="http://schemas.openxmlformats.org/drawingml/2006/main">
            <a:r>
              <a:t>SAY</a:t>
            </a:r>
          </a:p>
          <a:p xmlns:a="http://schemas.openxmlformats.org/drawingml/2006/main">
            <a:r>
              <a:t>I am Nim Dvir, a Lecturer in Information Systems and Business Analytics at the University at Albany. My work connects human-computer interaction and AI with teaching and usable digital products. The examples today come from my own academic work. I bring the teaching goals and subject knowledge; agents help me produce and revise the materials.</a:t>
            </a:r>
          </a:p>
          <a:p xmlns:a="http://schemas.openxmlformats.org/drawingml/2006/main">
            <a:r>
              <a:t>SHOW / DO</a:t>
            </a:r>
          </a:p>
          <a:p xmlns:a="http://schemas.openxmlformats.org/drawingml/2006/main">
            <a:r>
              <a:t>Briefly introduce yourself. The complete biography, publications, and contact links are on the About page.</a:t>
            </a:r>
          </a:p>
          <a:p xmlns:a="http://schemas.openxmlformats.org/drawingml/2006/main">
            <a:r>
              <a:t/>
            </a:r>
          </a:p>
          <a:p xmlns:a="http://schemas.openxmlformats.org/drawingml/2006/main">
            <a:r>
              <a:t>TRANSITION</a:t>
            </a:r>
          </a:p>
          <a:p xmlns:a="http://schemas.openxmlformats.org/drawingml/2006/main">
            <a:r>
              <a:t>My reason for using agents is quite personal.</a:t>
            </a:r>
          </a:p>
          <a:p xmlns:a="http://schemas.openxmlformats.org/drawingml/2006/main">
            <a:r>
              <a:t/>
            </a:r>
          </a:p>
          <a:p xmlns:a="http://schemas.openxmlformats.org/drawingml/2006/main">
            <a:r>
              <a:t>SOURCE</a:t>
            </a:r>
          </a:p>
          <a:p xmlns:a="http://schemas.openxmlformats.org/drawingml/2006/main">
            <a:r>
              <a:t>https://nimdvir.github.io/cce-2026/about.html</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Why am I doing this?</a:t>
            </a:r>
          </a:p>
          <a:p xmlns:a="http://schemas.openxmlformats.org/drawingml/2006/main">
            <a:r>
              <a:t>TIME: 0:40 (includes any demo on this slide)</a:t>
            </a:r>
          </a:p>
          <a:p xmlns:a="http://schemas.openxmlformats.org/drawingml/2006/main">
            <a:r>
              <a:t>PURPOSE: I always wanted to build things.</a:t>
            </a:r>
          </a:p>
          <a:p xmlns:a="http://schemas.openxmlformats.org/drawingml/2006/main">
            <a:r>
              <a:t>SAY</a:t>
            </a:r>
          </a:p>
          <a:p xmlns:a="http://schemas.openxmlformats.org/drawingml/2006/main">
            <a:r>
              <a:t>I always wanted to build things, but I did not feel I had all the engineering knowledge to do it. Agents changed what I could attempt. I can describe a goal, work through a plan, and examine the files they create. I still make decisions, and I still encounter mistakes. What changed is my ability to turn an idea into something I can inspect and improve.</a:t>
            </a:r>
          </a:p>
          <a:p xmlns:a="http://schemas.openxmlformats.org/drawingml/2006/main">
            <a:r>
              <a:t>SHOW / DO</a:t>
            </a:r>
          </a:p>
          <a:p xmlns:a="http://schemas.openxmlformats.org/drawingml/2006/main">
            <a:r>
              <a:t>Speak in your own voice. Connect this to a recurring task the audience recognizes, such as revising a syllabus each semester.</a:t>
            </a:r>
          </a:p>
          <a:p xmlns:a="http://schemas.openxmlformats.org/drawingml/2006/main">
            <a:r>
              <a:t/>
            </a:r>
          </a:p>
          <a:p xmlns:a="http://schemas.openxmlformats.org/drawingml/2006/main">
            <a:r>
              <a:t>TRANSITION</a:t>
            </a:r>
          </a:p>
          <a:p xmlns:a="http://schemas.openxmlformats.org/drawingml/2006/main">
            <a:r>
              <a:t>Here are four concrete results.</a:t>
            </a:r>
          </a:p>
          <a:p xmlns:a="http://schemas.openxmlformats.org/drawingml/2006/main">
            <a:r>
              <a:t/>
            </a:r>
          </a:p>
          <a:p xmlns:a="http://schemas.openxmlformats.org/drawingml/2006/main">
            <a:r>
              <a:t>SOURCE</a:t>
            </a:r>
          </a:p>
          <a:p xmlns:a="http://schemas.openxmlformats.org/drawingml/2006/main">
            <a:r>
              <a:t>https://nimdvir.github.io/cce-2026/lecture.html</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What agents helped me build</a:t>
            </a:r>
          </a:p>
          <a:p xmlns:a="http://schemas.openxmlformats.org/drawingml/2006/main">
            <a:r>
              <a:t>TIME: 1:20 (includes any demo on this slide)</a:t>
            </a:r>
          </a:p>
          <a:p xmlns:a="http://schemas.openxmlformats.org/drawingml/2006/main">
            <a:r>
              <a:t>PURPOSE: Conference website</a:t>
            </a:r>
          </a:p>
          <a:p xmlns:a="http://schemas.openxmlformats.org/drawingml/2006/main">
            <a:r>
              <a:t>SAY</a:t>
            </a:r>
          </a:p>
          <a:p xmlns:a="http://schemas.openxmlformats.org/drawingml/2006/main">
            <a:r>
              <a:t>These are four completed projects, not promises about what an agent might someday do. Each began with source materials and a goal. I will briefly show the finished website now, then explain the concepts behind the work. Later we will inspect the examples and the review decisions that mattered.</a:t>
            </a:r>
          </a:p>
          <a:p xmlns:a="http://schemas.openxmlformats.org/drawingml/2006/main">
            <a:r>
              <a:t>SHOW / DO</a:t>
            </a:r>
          </a:p>
          <a:p xmlns:a="http://schemas.openxmlformats.org/drawingml/2006/main">
            <a:r>
              <a:t>D1: Open the companion site in the browser. Show the Intro page, then Examples. Point to the four outputs without opening every walkthrough. Spend about one minute away from the slides. Return to the five-part map.</a:t>
            </a:r>
          </a:p>
          <a:p xmlns:a="http://schemas.openxmlformats.org/drawingml/2006/main">
            <a:r>
              <a:t/>
            </a:r>
          </a:p>
          <a:p xmlns:a="http://schemas.openxmlformats.org/drawingml/2006/main">
            <a:r>
              <a:t>IF IT STALLS</a:t>
            </a:r>
          </a:p>
          <a:p xmlns:a="http://schemas.openxmlformats.org/drawingml/2006/main">
            <a:r>
              <a:t>Stay on the four prepared screenshots and name the outputs. The rest of the session does not depend on this tour.</a:t>
            </a:r>
          </a:p>
          <a:p xmlns:a="http://schemas.openxmlformats.org/drawingml/2006/main">
            <a:r>
              <a:t/>
            </a:r>
          </a:p>
          <a:p xmlns:a="http://schemas.openxmlformats.org/drawingml/2006/main">
            <a:r>
              <a:t>TRANSITION</a:t>
            </a:r>
          </a:p>
          <a:p xmlns:a="http://schemas.openxmlformats.org/drawingml/2006/main">
            <a:r>
              <a:t>The same five ideas connect all four projects.</a:t>
            </a:r>
          </a:p>
          <a:p xmlns:a="http://schemas.openxmlformats.org/drawingml/2006/main">
            <a:r>
              <a:t/>
            </a:r>
          </a:p>
          <a:p xmlns:a="http://schemas.openxmlformats.org/drawingml/2006/main">
            <a:r>
              <a:t>SOURCE</a:t>
            </a:r>
          </a:p>
          <a:p xmlns:a="http://schemas.openxmlformats.org/drawingml/2006/main">
            <a:r>
              <a:t>https://nimdvir.github.io/cce-2026/examples.html</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Today’s five parts</a:t>
            </a:r>
          </a:p>
          <a:p xmlns:a="http://schemas.openxmlformats.org/drawingml/2006/main">
            <a:r>
              <a:t>TIME: 0:30 (includes any demo on this slide)</a:t>
            </a:r>
          </a:p>
          <a:p xmlns:a="http://schemas.openxmlformats.org/drawingml/2006/main">
            <a:r>
              <a:t>PURPOSE: 1. The Brain: agents, models, and context</a:t>
            </a:r>
          </a:p>
          <a:p xmlns:a="http://schemas.openxmlformats.org/drawingml/2006/main">
            <a:r>
              <a:t>SAY</a:t>
            </a:r>
          </a:p>
          <a:p xmlns:a="http://schemas.openxmlformats.org/drawingml/2006/main">
            <a:r>
              <a:t>We start with what the agent is using to reason. Then we give it somewhere to work, define a task, and build a reviewable workflow. Finally we return to the projects. Think of this as a map, not a list of products you need to memorize. Detailed setup instructions and terminology are on the site.</a:t>
            </a:r>
          </a:p>
          <a:p xmlns:a="http://schemas.openxmlformats.org/drawingml/2006/main">
            <a:r>
              <a:t>SHOW / DO</a:t>
            </a:r>
          </a:p>
          <a:p xmlns:a="http://schemas.openxmlformats.org/drawingml/2006/main">
            <a:r>
              <a:t>Point through the five parts. Let participants know the demonstrations are prepared and one small website edit is optional.</a:t>
            </a:r>
          </a:p>
          <a:p xmlns:a="http://schemas.openxmlformats.org/drawingml/2006/main">
            <a:r>
              <a:t/>
            </a:r>
          </a:p>
          <a:p xmlns:a="http://schemas.openxmlformats.org/drawingml/2006/main">
            <a:r>
              <a:t>TRANSITION</a:t>
            </a:r>
          </a:p>
          <a:p xmlns:a="http://schemas.openxmlformats.org/drawingml/2006/main">
            <a:r>
              <a:t>Let us begin with the brain.</a:t>
            </a:r>
          </a:p>
          <a:p xmlns:a="http://schemas.openxmlformats.org/drawingml/2006/main">
            <a:r>
              <a:t/>
            </a:r>
          </a:p>
          <a:p xmlns:a="http://schemas.openxmlformats.org/drawingml/2006/main">
            <a:r>
              <a:t>SOURCE</a:t>
            </a:r>
          </a:p>
          <a:p xmlns:a="http://schemas.openxmlformats.org/drawingml/2006/main">
            <a:r>
              <a:t>https://nimdvir.github.io/cce-2026/lecture.html</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1. The Brain</a:t>
            </a:r>
          </a:p>
          <a:p xmlns:a="http://schemas.openxmlformats.org/drawingml/2006/main">
            <a:r>
              <a:t>TIME: 0:15 (includes any demo on this slide)</a:t>
            </a:r>
          </a:p>
          <a:p xmlns:a="http://schemas.openxmlformats.org/drawingml/2006/main">
            <a:r>
              <a:t>PURPOSE: Agents, models, tokens, and context</a:t>
            </a:r>
          </a:p>
          <a:p xmlns:a="http://schemas.openxmlformats.org/drawingml/2006/main">
            <a:r>
              <a:t>SAY</a:t>
            </a:r>
          </a:p>
          <a:p xmlns:a="http://schemas.openxmlformats.org/drawingml/2006/main">
            <a:r>
              <a:t>These few concepts explain both why agents are useful and why they can fail. The model reasons with the information available to it. The agent uses that reasoning to choose actions through tools.</a:t>
            </a:r>
          </a:p>
          <a:p xmlns:a="http://schemas.openxmlformats.org/drawingml/2006/main">
            <a:r>
              <a:t>SHOW / DO</a:t>
            </a:r>
          </a:p>
          <a:p xmlns:a="http://schemas.openxmlformats.org/drawingml/2006/main">
            <a:r>
              <a:t>Pause briefly at the section divider.</a:t>
            </a:r>
          </a:p>
          <a:p xmlns:a="http://schemas.openxmlformats.org/drawingml/2006/main">
            <a:r>
              <a:t/>
            </a:r>
          </a:p>
          <a:p xmlns:a="http://schemas.openxmlformats.org/drawingml/2006/main">
            <a:r>
              <a:t>TRANSITION</a:t>
            </a:r>
          </a:p>
          <a:p xmlns:a="http://schemas.openxmlformats.org/drawingml/2006/main">
            <a:r>
              <a:t>What makes something an agent?</a:t>
            </a:r>
          </a:p>
          <a:p xmlns:a="http://schemas.openxmlformats.org/drawingml/2006/main">
            <a:r>
              <a:t/>
            </a:r>
          </a:p>
          <a:p xmlns:a="http://schemas.openxmlformats.org/drawingml/2006/main">
            <a:r>
              <a:t>SOURCE</a:t>
            </a:r>
          </a:p>
          <a:p xmlns:a="http://schemas.openxmlformats.org/drawingml/2006/main">
            <a:r>
              <a:t>https://nimdvir.github.io/cce-2026/explanation.html#brain</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What is an AI agent?</a:t>
            </a:r>
          </a:p>
          <a:p xmlns:a="http://schemas.openxmlformats.org/drawingml/2006/main">
            <a:r>
              <a:t>TIME: 1:00 (includes any demo on this slide)</a:t>
            </a:r>
          </a:p>
          <a:p xmlns:a="http://schemas.openxmlformats.org/drawingml/2006/main">
            <a:r>
              <a:t>PURPOSE: An agent uses a model, context, instructions, and tools to work toward a goal.</a:t>
            </a:r>
          </a:p>
          <a:p xmlns:a="http://schemas.openxmlformats.org/drawingml/2006/main">
            <a:r>
              <a:t>SAY</a:t>
            </a:r>
          </a:p>
          <a:p xmlns:a="http://schemas.openxmlformats.org/drawingml/2006/main">
            <a:r>
              <a:t>An agent is organized around a goal and a sequence of actions. It may read files, inspect a problem, suggest a plan, make a change, and check the result. A model generates the reasoning and proposed actions. Tools let the system do something with them. This loop can help with a multi-step academic task, but it does not guarantee the outcome is correct.</a:t>
            </a:r>
          </a:p>
          <a:p xmlns:a="http://schemas.openxmlformats.org/drawingml/2006/main">
            <a:r>
              <a:t>SHOW / DO</a:t>
            </a:r>
          </a:p>
          <a:p xmlns:a="http://schemas.openxmlformats.org/drawingml/2006/main">
            <a:r>
              <a:t>Trace the existing agent illustration from inputs through tools to output. Use a syllabus revision as the running example.</a:t>
            </a:r>
          </a:p>
          <a:p xmlns:a="http://schemas.openxmlformats.org/drawingml/2006/main">
            <a:r>
              <a:t/>
            </a:r>
          </a:p>
          <a:p xmlns:a="http://schemas.openxmlformats.org/drawingml/2006/main">
            <a:r>
              <a:t>TRANSITION</a:t>
            </a:r>
          </a:p>
          <a:p xmlns:a="http://schemas.openxmlformats.org/drawingml/2006/main">
            <a:r>
              <a:t>We often meet an agent through a familiar chat window.</a:t>
            </a:r>
          </a:p>
          <a:p xmlns:a="http://schemas.openxmlformats.org/drawingml/2006/main">
            <a:r>
              <a:t/>
            </a:r>
          </a:p>
          <a:p xmlns:a="http://schemas.openxmlformats.org/drawingml/2006/main">
            <a:r>
              <a:t>SOURCE</a:t>
            </a:r>
          </a:p>
          <a:p xmlns:a="http://schemas.openxmlformats.org/drawingml/2006/main">
            <a:r>
              <a:t>https://nimdvir.github.io/cce-2026/explanation.html#what-is-an-ai-agent</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Chat and agent</a:t>
            </a:r>
          </a:p>
          <a:p xmlns:a="http://schemas.openxmlformats.org/drawingml/2006/main">
            <a:r>
              <a:t>TIME: 0:45 (includes any demo on this slide)</a:t>
            </a:r>
          </a:p>
          <a:p xmlns:a="http://schemas.openxmlformats.org/drawingml/2006/main">
            <a:r>
              <a:t>PURPOSE: Chat is the conversation interface.</a:t>
            </a:r>
          </a:p>
          <a:p xmlns:a="http://schemas.openxmlformats.org/drawingml/2006/main">
            <a:r>
              <a:t>SAY</a:t>
            </a:r>
          </a:p>
          <a:p xmlns:a="http://schemas.openxmlformats.org/drawingml/2006/main">
            <a:r>
              <a:t>A normal exchange might explain how to improve a syllabus, leaving you to make the changes. An agent can inspect the actual files and prepare a revised copy. Both can happen through a chat interface. So chat and agent are not mutually exclusive products. The distinction is what the system can do behind the conversation and which actions you have permitted.</a:t>
            </a:r>
          </a:p>
          <a:p xmlns:a="http://schemas.openxmlformats.org/drawingml/2006/main">
            <a:r>
              <a:t>SHOW / DO</a:t>
            </a:r>
          </a:p>
          <a:p xmlns:a="http://schemas.openxmlformats.org/drawingml/2006/main">
            <a:r>
              <a:t>Ask: When you last used AI, did it give you advice, or did it change an actual file? Take one quick response if time permits.</a:t>
            </a:r>
          </a:p>
          <a:p xmlns:a="http://schemas.openxmlformats.org/drawingml/2006/main">
            <a:r>
              <a:t/>
            </a:r>
          </a:p>
          <a:p xmlns:a="http://schemas.openxmlformats.org/drawingml/2006/main">
            <a:r>
              <a:t>TRANSITION</a:t>
            </a:r>
          </a:p>
          <a:p xmlns:a="http://schemas.openxmlformats.org/drawingml/2006/main">
            <a:r>
              <a:t>Useful capabilities come with important limits.</a:t>
            </a:r>
          </a:p>
          <a:p xmlns:a="http://schemas.openxmlformats.org/drawingml/2006/main">
            <a:r>
              <a:t/>
            </a:r>
          </a:p>
          <a:p xmlns:a="http://schemas.openxmlformats.org/drawingml/2006/main">
            <a:r>
              <a:t>SOURCE</a:t>
            </a:r>
          </a:p>
          <a:p xmlns:a="http://schemas.openxmlformats.org/drawingml/2006/main">
            <a:r>
              <a:t>https://nimdvir.github.io/cce-2026/explanation.html#chat-vs-agent</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Capabilities and limits</a:t>
            </a:r>
          </a:p>
          <a:p xmlns:a="http://schemas.openxmlformats.org/drawingml/2006/main">
            <a:r>
              <a:t>TIME: 0:45 (includes any demo on this slide)</a:t>
            </a:r>
          </a:p>
          <a:p xmlns:a="http://schemas.openxmlformats.org/drawingml/2006/main">
            <a:r>
              <a:t>PURPOSE: Can: inspect files, edit, run tools, and check results.</a:t>
            </a:r>
          </a:p>
          <a:p xmlns:a="http://schemas.openxmlformats.org/drawingml/2006/main">
            <a:r>
              <a:t>SAY</a:t>
            </a:r>
          </a:p>
          <a:p xmlns:a="http://schemas.openxmlformats.org/drawingml/2006/main">
            <a:r>
              <a:t>An agent can search many files, write code, make a chart, or check a link. It can also misunderstand a policy, overlook a file, or make a technically valid change you did not want. Do not treat confidence as evidence. Today we work in a local project folder, but the selected model may run on a provider’s servers. Files being local does not by itself mean inference or data processing is local.</a:t>
            </a:r>
          </a:p>
          <a:p xmlns:a="http://schemas.openxmlformats.org/drawingml/2006/main">
            <a:r>
              <a:t>SHOW / DO</a:t>
            </a:r>
          </a:p>
          <a:p xmlns:a="http://schemas.openxmlformats.org/drawingml/2006/main">
            <a:r>
              <a:t>Use the example of a correct-looking grading table with one wrong weight. Mark this slide as skippable if time is short.</a:t>
            </a:r>
          </a:p>
          <a:p xmlns:a="http://schemas.openxmlformats.org/drawingml/2006/main">
            <a:r>
              <a:t/>
            </a:r>
          </a:p>
          <a:p xmlns:a="http://schemas.openxmlformats.org/drawingml/2006/main">
            <a:r>
              <a:t>TRANSITION</a:t>
            </a:r>
          </a:p>
          <a:p xmlns:a="http://schemas.openxmlformats.org/drawingml/2006/main">
            <a:r>
              <a:t>The model is one component of this system.</a:t>
            </a:r>
          </a:p>
          <a:p xmlns:a="http://schemas.openxmlformats.org/drawingml/2006/main">
            <a:r>
              <a:t/>
            </a:r>
          </a:p>
          <a:p xmlns:a="http://schemas.openxmlformats.org/drawingml/2006/main">
            <a:r>
              <a:t>SOURCE</a:t>
            </a:r>
          </a:p>
          <a:p xmlns:a="http://schemas.openxmlformats.org/drawingml/2006/main">
            <a:r>
              <a:t>https://nimdvir.github.io/cce-2026/explanation.html#what-can-an-agent-do</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Models</a:t>
            </a:r>
          </a:p>
          <a:p xmlns:a="http://schemas.openxmlformats.org/drawingml/2006/main">
            <a:r>
              <a:t>TIME: 0:55 (includes any demo on this slide)</a:t>
            </a:r>
          </a:p>
          <a:p xmlns:a="http://schemas.openxmlformats.org/drawingml/2006/main">
            <a:r>
              <a:t>PURPOSE: The model generates responses and proposed actions.</a:t>
            </a:r>
          </a:p>
          <a:p xmlns:a="http://schemas.openxmlformats.org/drawingml/2006/main">
            <a:r>
              <a:t>SAY</a:t>
            </a:r>
          </a:p>
          <a:p xmlns:a="http://schemas.openxmlformats.org/drawingml/2006/main">
            <a:r>
              <a:t>GPT, Claude, and Gemini are examples of model families. The model picker chooses a model for the current conversation. An agent adds instructions, context, and tools around that model. Open-weight models can sometimes run on your own hardware, but many people use them through hosted services. Check the actual provider and configuration before making any privacy assumption. We will keep one tested model selected for the demonstration.</a:t>
            </a:r>
          </a:p>
          <a:p xmlns:a="http://schemas.openxmlformats.org/drawingml/2006/main">
            <a:r>
              <a:t>SHOW / DO</a:t>
            </a:r>
          </a:p>
          <a:p xmlns:a="http://schemas.openxmlformats.org/drawingml/2006/main">
            <a:r>
              <a:t>Point to the model-picker screenshot as an illustration. Do not promise that every participant will see the same choices or prices.</a:t>
            </a:r>
          </a:p>
          <a:p xmlns:a="http://schemas.openxmlformats.org/drawingml/2006/main">
            <a:r>
              <a:t/>
            </a:r>
          </a:p>
          <a:p xmlns:a="http://schemas.openxmlformats.org/drawingml/2006/main">
            <a:r>
              <a:t>TRANSITION</a:t>
            </a:r>
          </a:p>
          <a:p xmlns:a="http://schemas.openxmlformats.org/drawingml/2006/main">
            <a:r>
              <a:t>Models process information in units called tokens.</a:t>
            </a:r>
          </a:p>
          <a:p xmlns:a="http://schemas.openxmlformats.org/drawingml/2006/main">
            <a:r>
              <a:t/>
            </a:r>
          </a:p>
          <a:p xmlns:a="http://schemas.openxmlformats.org/drawingml/2006/main">
            <a:r>
              <a:t>SOURCE</a:t>
            </a:r>
          </a:p>
          <a:p xmlns:a="http://schemas.openxmlformats.org/drawingml/2006/main">
            <a:r>
              <a:t>https://nimdvir.github.io/cce-2026/explanation.html#what-is-a-model</a:t>
            </a:r>
          </a:p>
          <a:p xmlns:a="http://schemas.openxmlformats.org/drawingml/2006/main">
            <a:r>
              <a:t>Current project materials reviewed September 30, 2026. Screenshots are prepared examples and may differ from the installed interface.</a:t>
            </a:r>
          </a:p>
          <a:p xmlns:a="http://schemas.openxmlformats.org/drawingml/2006/main">
            <a:r>
              <a:t>Model configuration reference: https://code.visualstudio.com/docs/agent-customization/language-models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Tokens and context limits</a:t>
            </a:r>
          </a:p>
          <a:p xmlns:a="http://schemas.openxmlformats.org/drawingml/2006/main">
            <a:r>
              <a:t>TIME: 0:55 (includes any demo on this slide)</a:t>
            </a:r>
          </a:p>
          <a:p xmlns:a="http://schemas.openxmlformats.org/drawingml/2006/main">
            <a:r>
              <a:t>PURPOSE: Tokens are the units a model processes.</a:t>
            </a:r>
          </a:p>
          <a:p xmlns:a="http://schemas.openxmlformats.org/drawingml/2006/main">
            <a:r>
              <a:t>SAY</a:t>
            </a:r>
          </a:p>
          <a:p xmlns:a="http://schemas.openxmlformats.org/drawingml/2006/main">
            <a:r>
              <a:t>A token can be a word, part of a word, or punctuation. The model has a limit on what it can process in a request. Instructions, selected documents, conversation history, and tool results compete for space, and generation limits also matter. Larger context is useful, but it does not remove the need to select relevant material. A long conversation may be summarized or truncated by the tool.</a:t>
            </a:r>
          </a:p>
          <a:p xmlns:a="http://schemas.openxmlformats.org/drawingml/2006/main">
            <a:r>
              <a:t>SHOW / DO</a:t>
            </a:r>
          </a:p>
          <a:p xmlns:a="http://schemas.openxmlformats.org/drawingml/2006/main">
            <a:r>
              <a:t>Use the context-window illustration. Point out that extra material can crowd out what matters. The drawing is a conceptual illustration, not a numeric model specification.</a:t>
            </a:r>
          </a:p>
          <a:p xmlns:a="http://schemas.openxmlformats.org/drawingml/2006/main">
            <a:r>
              <a:t/>
            </a:r>
          </a:p>
          <a:p xmlns:a="http://schemas.openxmlformats.org/drawingml/2006/main">
            <a:r>
              <a:t>TRANSITION</a:t>
            </a:r>
          </a:p>
          <a:p xmlns:a="http://schemas.openxmlformats.org/drawingml/2006/main">
            <a:r>
              <a:t>That leads to the practical question: what can the model actually see?</a:t>
            </a:r>
          </a:p>
          <a:p xmlns:a="http://schemas.openxmlformats.org/drawingml/2006/main">
            <a:r>
              <a:t/>
            </a:r>
          </a:p>
          <a:p xmlns:a="http://schemas.openxmlformats.org/drawingml/2006/main">
            <a:r>
              <a:t>SOURCE</a:t>
            </a:r>
          </a:p>
          <a:p xmlns:a="http://schemas.openxmlformats.org/drawingml/2006/main">
            <a:r>
              <a:t>https://nimdvir.github.io/cce-2026/explanation.html#what-are-tokens</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Context for the task</a:t>
            </a:r>
          </a:p>
          <a:p xmlns:a="http://schemas.openxmlformats.org/drawingml/2006/main">
            <a:r>
              <a:t>TIME: 0:55 (includes any demo on this slide)</a:t>
            </a:r>
          </a:p>
          <a:p xmlns:a="http://schemas.openxmlformats.org/drawingml/2006/main">
            <a:r>
              <a:t>PURPOSE: Prompt + conversation + selected files</a:t>
            </a:r>
          </a:p>
          <a:p xmlns:a="http://schemas.openxmlformats.org/drawingml/2006/main">
            <a:r>
              <a:t>SAY</a:t>
            </a:r>
          </a:p>
          <a:p xmlns:a="http://schemas.openxmlformats.org/drawingml/2006/main">
            <a:r>
              <a:t>Context is the information available for the current request. A file somewhere on your computer is not automatically in the model’s context. The agent must locate and read it, or you must attach or reference it. Name the authoritative source and tell the agent to inspect it. Put stable project knowledge into files so you do not have to repeat it in every prompt. The site also maps these ideas to VS Code’s model, harness, context, tools, and prompt concepts.</a:t>
            </a:r>
          </a:p>
          <a:p xmlns:a="http://schemas.openxmlformats.org/drawingml/2006/main">
            <a:r>
              <a:t>SHOW / DO</a:t>
            </a:r>
          </a:p>
          <a:p xmlns:a="http://schemas.openxmlformats.org/drawingml/2006/main">
            <a:r>
              <a:t>Contrast “update my syllabus” with “read this syllabus and this approved calendar before proposing changes.”</a:t>
            </a:r>
          </a:p>
          <a:p xmlns:a="http://schemas.openxmlformats.org/drawingml/2006/main">
            <a:r>
              <a:t/>
            </a:r>
          </a:p>
          <a:p xmlns:a="http://schemas.openxmlformats.org/drawingml/2006/main">
            <a:r>
              <a:t>TRANSITION</a:t>
            </a:r>
          </a:p>
          <a:p xmlns:a="http://schemas.openxmlformats.org/drawingml/2006/main">
            <a:r>
              <a:t>Now we give the agent a place to work.</a:t>
            </a:r>
          </a:p>
          <a:p xmlns:a="http://schemas.openxmlformats.org/drawingml/2006/main">
            <a:r>
              <a:t/>
            </a:r>
          </a:p>
          <a:p xmlns:a="http://schemas.openxmlformats.org/drawingml/2006/main">
            <a:r>
              <a:t>SOURCE</a:t>
            </a:r>
          </a:p>
          <a:p xmlns:a="http://schemas.openxmlformats.org/drawingml/2006/main">
            <a:r>
              <a:t>https://nimdvir.github.io/cce-2026/explanation.html#what-is-context</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2. The Infrastructure</a:t>
            </a:r>
          </a:p>
          <a:p xmlns:a="http://schemas.openxmlformats.org/drawingml/2006/main">
            <a:r>
              <a:t>TIME: 0:15 (includes any demo on this slide)</a:t>
            </a:r>
          </a:p>
          <a:p xmlns:a="http://schemas.openxmlformats.org/drawingml/2006/main">
            <a:r>
              <a:t>PURPOSE: Files, folders, VS Code, and Copilot</a:t>
            </a:r>
          </a:p>
          <a:p xmlns:a="http://schemas.openxmlformats.org/drawingml/2006/main">
            <a:r>
              <a:t>SAY</a:t>
            </a:r>
          </a:p>
          <a:p xmlns:a="http://schemas.openxmlformats.org/drawingml/2006/main">
            <a:r>
              <a:t>Infrastructure is simply the environment around the task. We will start with files and folders, then explain what Git and GitHub add. You can use an agent with a normal project folder without publishing anything.</a:t>
            </a:r>
          </a:p>
          <a:p xmlns:a="http://schemas.openxmlformats.org/drawingml/2006/main">
            <a:r>
              <a:t>SHOW / DO</a:t>
            </a:r>
          </a:p>
          <a:p xmlns:a="http://schemas.openxmlformats.org/drawingml/2006/main">
            <a:r>
              <a:t>Keep the terminology grounded in familiar academic files.</a:t>
            </a:r>
          </a:p>
          <a:p xmlns:a="http://schemas.openxmlformats.org/drawingml/2006/main">
            <a:r>
              <a:t/>
            </a:r>
          </a:p>
          <a:p xmlns:a="http://schemas.openxmlformats.org/drawingml/2006/main">
            <a:r>
              <a:t>TRANSITION</a:t>
            </a:r>
          </a:p>
          <a:p xmlns:a="http://schemas.openxmlformats.org/drawingml/2006/main">
            <a:r>
              <a:t>The editor is the main window we will use.</a:t>
            </a:r>
          </a:p>
          <a:p xmlns:a="http://schemas.openxmlformats.org/drawingml/2006/main">
            <a:r>
              <a:t/>
            </a:r>
          </a:p>
          <a:p xmlns:a="http://schemas.openxmlformats.org/drawingml/2006/main">
            <a:r>
              <a:t>SOURCE</a:t>
            </a:r>
          </a:p>
          <a:p xmlns:a="http://schemas.openxmlformats.org/drawingml/2006/main">
            <a:r>
              <a:t>https://nimdvir.github.io/cce-2026/explanation.html#infrastructure</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Text editor and VS Code</a:t>
            </a:r>
          </a:p>
          <a:p xmlns:a="http://schemas.openxmlformats.org/drawingml/2006/main">
            <a:r>
              <a:t>TIME: 0:45 (includes any demo on this slide)</a:t>
            </a:r>
          </a:p>
          <a:p xmlns:a="http://schemas.openxmlformats.org/drawingml/2006/main">
            <a:r>
              <a:t>PURPOSE: A text editor works directly with text files.</a:t>
            </a:r>
          </a:p>
          <a:p xmlns:a="http://schemas.openxmlformats.org/drawingml/2006/main">
            <a:r>
              <a:t>SAY</a:t>
            </a:r>
          </a:p>
          <a:p xmlns:a="http://schemas.openxmlformats.org/drawingml/2006/main">
            <a:r>
              <a:t>A text editor lets you read and change the contents of a file. VS Code also gives you a file explorer, a terminal, previews, version-control tools, and extensions. We are using it as an academic workspace. You do not have to learn every button. For this session, notice the files on the left, the open documents in the center, and the terminal below. The live tour will show chat.</a:t>
            </a:r>
          </a:p>
          <a:p xmlns:a="http://schemas.openxmlformats.org/drawingml/2006/main">
            <a:r>
              <a:t>SHOW / DO</a:t>
            </a:r>
          </a:p>
          <a:p xmlns:a="http://schemas.openxmlformats.org/drawingml/2006/main">
            <a:r>
              <a:t>Orient the audience to those three regions in the screenshot. The live view comes shortly.</a:t>
            </a:r>
          </a:p>
          <a:p xmlns:a="http://schemas.openxmlformats.org/drawingml/2006/main">
            <a:r>
              <a:t/>
            </a:r>
          </a:p>
          <a:p xmlns:a="http://schemas.openxmlformats.org/drawingml/2006/main">
            <a:r>
              <a:t>TRANSITION</a:t>
            </a:r>
          </a:p>
          <a:p xmlns:a="http://schemas.openxmlformats.org/drawingml/2006/main">
            <a:r>
              <a:t>What matters first is where the project files live.</a:t>
            </a:r>
          </a:p>
          <a:p xmlns:a="http://schemas.openxmlformats.org/drawingml/2006/main">
            <a:r>
              <a:t/>
            </a:r>
          </a:p>
          <a:p xmlns:a="http://schemas.openxmlformats.org/drawingml/2006/main">
            <a:r>
              <a:t>SOURCE</a:t>
            </a:r>
          </a:p>
          <a:p xmlns:a="http://schemas.openxmlformats.org/drawingml/2006/main">
            <a:r>
              <a:t>https://nimdvir.github.io/cce-2026/explanation.html#what-is-vs-code</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Files and folders</a:t>
            </a:r>
          </a:p>
          <a:p xmlns:a="http://schemas.openxmlformats.org/drawingml/2006/main">
            <a:r>
              <a:t>TIME: 0:50 (includes any demo on this slide)</a:t>
            </a:r>
          </a:p>
          <a:p xmlns:a="http://schemas.openxmlformats.org/drawingml/2006/main">
            <a:r>
              <a:t>PURPOSE: Local or synced folders hold working files.</a:t>
            </a:r>
          </a:p>
          <a:p xmlns:a="http://schemas.openxmlformats.org/drawingml/2006/main">
            <a:r>
              <a:t>SAY</a:t>
            </a:r>
          </a:p>
          <a:p xmlns:a="http://schemas.openxmlformats.org/drawingml/2006/main">
            <a:r>
              <a:t>A file stores information, and a folder groups related files. I usually work with Google Drive folders. On a synced computer, the editor can work with local copies, but I make demo files available offline and avoid simultaneous edits that create conflicts. Markdown, HTML, and CSV expose their structure as text. Office and PDF files are useful too, but reading or editing them reliably may require a conversion or specialized tool.</a:t>
            </a:r>
          </a:p>
          <a:p xmlns:a="http://schemas.openxmlformats.org/drawingml/2006/main">
            <a:r>
              <a:t>SHOW / DO</a:t>
            </a:r>
          </a:p>
          <a:p xmlns:a="http://schemas.openxmlformats.org/drawingml/2006/main">
            <a:r>
              <a:t>Explain a simple arrangement: sources stay together, drafts have a separate place, and approved outputs are easy to find. Workspace means the project folder or folders open in the editor.</a:t>
            </a:r>
          </a:p>
          <a:p xmlns:a="http://schemas.openxmlformats.org/drawingml/2006/main">
            <a:r>
              <a:t/>
            </a:r>
          </a:p>
          <a:p xmlns:a="http://schemas.openxmlformats.org/drawingml/2006/main">
            <a:r>
              <a:t>TRANSITION</a:t>
            </a:r>
          </a:p>
          <a:p xmlns:a="http://schemas.openxmlformats.org/drawingml/2006/main">
            <a:r>
              <a:t>Version control adds a history to those files.</a:t>
            </a:r>
          </a:p>
          <a:p xmlns:a="http://schemas.openxmlformats.org/drawingml/2006/main">
            <a:r>
              <a:t/>
            </a:r>
          </a:p>
          <a:p xmlns:a="http://schemas.openxmlformats.org/drawingml/2006/main">
            <a:r>
              <a:t>SOURCE</a:t>
            </a:r>
          </a:p>
          <a:p xmlns:a="http://schemas.openxmlformats.org/drawingml/2006/main">
            <a:r>
              <a:t>https://nimdvir.github.io/cce-2026/explanation.html#where-do-the-files-live</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16: Repository, Git, GitHub</a:t>
            </a:r>
          </a:p>
          <a:p xmlns:a="http://schemas.openxmlformats.org/drawingml/2006/main">
            <a:r>
              <a:t>TIME: 0:40 (includes any demo on this slide)</a:t>
            </a:r>
          </a:p>
          <a:p xmlns:a="http://schemas.openxmlformats.org/drawingml/2006/main">
            <a:r>
              <a:t>PURPOSE: Repository: A project with tracked history</a:t>
            </a:r>
          </a:p>
          <a:p xmlns:a="http://schemas.openxmlformats.org/drawingml/2006/main">
            <a:r>
              <a:t>SAY</a:t>
            </a:r>
          </a:p>
          <a:p xmlns:a="http://schemas.openxmlformats.org/drawingml/2006/main">
            <a:r>
              <a:t>These terms describe different things. A repository is a project with tracked history. Git records checkpoints and shows differences between versions. GitHub is an online service where a repository can be hosted and shared. A repository can remain local, and a GitHub repository can be private. My working drafts live in Drive; GitHub is useful for reviewed versions, branching, and public projects.</a:t>
            </a:r>
          </a:p>
          <a:p xmlns:a="http://schemas.openxmlformats.org/drawingml/2006/main">
            <a:r>
              <a:t>SHOW / DO</a:t>
            </a:r>
          </a:p>
          <a:p xmlns:a="http://schemas.openxmlformats.org/drawingml/2006/main">
            <a:r>
              <a:t>Read the distinctions once. Do not imply that a GitHub account or repository is necessary for every file-based agent task.</a:t>
            </a:r>
          </a:p>
          <a:p xmlns:a="http://schemas.openxmlformats.org/drawingml/2006/main">
            <a:r>
              <a:t/>
            </a:r>
          </a:p>
          <a:p xmlns:a="http://schemas.openxmlformats.org/drawingml/2006/main">
            <a:r>
              <a:t>TRANSITION</a:t>
            </a:r>
          </a:p>
          <a:p xmlns:a="http://schemas.openxmlformats.org/drawingml/2006/main">
            <a:r>
              <a:t>Three common actions connect the local and remote copies.</a:t>
            </a:r>
          </a:p>
          <a:p xmlns:a="http://schemas.openxmlformats.org/drawingml/2006/main">
            <a:r>
              <a:t/>
            </a:r>
          </a:p>
          <a:p xmlns:a="http://schemas.openxmlformats.org/drawingml/2006/main">
            <a:r>
              <a:t>SOURCE</a:t>
            </a:r>
          </a:p>
          <a:p xmlns:a="http://schemas.openxmlformats.org/drawingml/2006/main">
            <a:r>
              <a:t>https://nimdvir.github.io/cce-2026/explanation.html#what-is-a-repository</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17: Clone, commit, push</a:t>
            </a:r>
          </a:p>
          <a:p xmlns:a="http://schemas.openxmlformats.org/drawingml/2006/main">
            <a:r>
              <a:t>TIME: 0:40 (includes any demo on this slide)</a:t>
            </a:r>
          </a:p>
          <a:p xmlns:a="http://schemas.openxmlformats.org/drawingml/2006/main">
            <a:r>
              <a:t>PURPOSE: Clone: get a local repository copy.</a:t>
            </a:r>
          </a:p>
          <a:p xmlns:a="http://schemas.openxmlformats.org/drawingml/2006/main">
            <a:r>
              <a:t>SAY</a:t>
            </a:r>
          </a:p>
          <a:p xmlns:a="http://schemas.openxmlformats.org/drawingml/2006/main">
            <a:r>
              <a:t>Clone creates a local working copy with its history. Commit records a chosen set of changes locally. Push sends commits to the remote repository. Editing a file does not automatically mean you have committed, pushed, or published it. Review what is included at each stage. In a Drive-only demo, a separate saved copy can serve as a checkpoint instead of introducing Git halfway through.</a:t>
            </a:r>
          </a:p>
          <a:p xmlns:a="http://schemas.openxmlformats.org/drawingml/2006/main">
            <a:r>
              <a:t>SHOW / DO</a:t>
            </a:r>
          </a:p>
          <a:p xmlns:a="http://schemas.openxmlformats.org/drawingml/2006/main">
            <a:r>
              <a:t>Point to the clone screenshot. This is another optional cut if the audience already knows version control.</a:t>
            </a:r>
          </a:p>
          <a:p xmlns:a="http://schemas.openxmlformats.org/drawingml/2006/main">
            <a:r>
              <a:t/>
            </a:r>
          </a:p>
          <a:p xmlns:a="http://schemas.openxmlformats.org/drawingml/2006/main">
            <a:r>
              <a:t>TRANSITION</a:t>
            </a:r>
          </a:p>
          <a:p xmlns:a="http://schemas.openxmlformats.org/drawingml/2006/main">
            <a:r>
              <a:t>Copilot adds AI assistance inside the editor.</a:t>
            </a:r>
          </a:p>
          <a:p xmlns:a="http://schemas.openxmlformats.org/drawingml/2006/main">
            <a:r>
              <a:t/>
            </a:r>
          </a:p>
          <a:p xmlns:a="http://schemas.openxmlformats.org/drawingml/2006/main">
            <a:r>
              <a:t>SOURCE</a:t>
            </a:r>
          </a:p>
          <a:p xmlns:a="http://schemas.openxmlformats.org/drawingml/2006/main">
            <a:r>
              <a:t>https://nimdvir.github.io/cce-2026/explanation.html#clone-github-vs-code</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18: GitHub Copilot</a:t>
            </a:r>
          </a:p>
          <a:p xmlns:a="http://schemas.openxmlformats.org/drawingml/2006/main">
            <a:r>
              <a:t>TIME: 0:40 (includes any demo on this slide)</a:t>
            </a:r>
          </a:p>
          <a:p xmlns:a="http://schemas.openxmlformats.org/drawingml/2006/main">
            <a:r>
              <a:t>PURPOSE: Copilot brings AI assistance into VS Code.</a:t>
            </a:r>
          </a:p>
          <a:p xmlns:a="http://schemas.openxmlformats.org/drawingml/2006/main">
            <a:r>
              <a:t>SAY</a:t>
            </a:r>
          </a:p>
          <a:p xmlns:a="http://schemas.openxmlformats.org/drawingml/2006/main">
            <a:r>
              <a:t>Copilot is the AI layer we use in this workspace. It provides a conversation interface and access to models and tools. Other extensions add capabilities such as Python support or document previews. Optional model connections can use a provider API key or a local runner. An API is a defined way for software to communicate with another program or service. Provider usage can create separate charges, so keep keys secure and use only a tested setup for the session.</a:t>
            </a:r>
          </a:p>
          <a:p xmlns:a="http://schemas.openxmlformats.org/drawingml/2006/main">
            <a:r>
              <a:t>SHOW / DO</a:t>
            </a:r>
          </a:p>
          <a:p xmlns:a="http://schemas.openxmlformats.org/drawingml/2006/main">
            <a:r>
              <a:t>Mention that optional models and MCP are further reading on the site. Avoid opening a configuration detour during the session.</a:t>
            </a:r>
          </a:p>
          <a:p xmlns:a="http://schemas.openxmlformats.org/drawingml/2006/main">
            <a:r>
              <a:t/>
            </a:r>
          </a:p>
          <a:p xmlns:a="http://schemas.openxmlformats.org/drawingml/2006/main">
            <a:r>
              <a:t>TRANSITION</a:t>
            </a:r>
          </a:p>
          <a:p xmlns:a="http://schemas.openxmlformats.org/drawingml/2006/main">
            <a:r>
              <a:t>The next distinction is what kind of work you are asking the assistant to do.</a:t>
            </a:r>
          </a:p>
          <a:p xmlns:a="http://schemas.openxmlformats.org/drawingml/2006/main">
            <a:r>
              <a:t/>
            </a:r>
          </a:p>
          <a:p xmlns:a="http://schemas.openxmlformats.org/drawingml/2006/main">
            <a:r>
              <a:t>SOURCE</a:t>
            </a:r>
          </a:p>
          <a:p xmlns:a="http://schemas.openxmlformats.org/drawingml/2006/main">
            <a:r>
              <a:t>https://nimdvir.github.io/cce-2026/explanation.html#what-is-github-copilot</a:t>
            </a:r>
          </a:p>
          <a:p xmlns:a="http://schemas.openxmlformats.org/drawingml/2006/main">
            <a:r>
              <a:t>Current project materials reviewed September 30, 2026. Screenshots are prepared examples and may differ from the installed interface.</a:t>
            </a:r>
          </a:p>
          <a:p xmlns:a="http://schemas.openxmlformats.org/drawingml/2006/main">
            <a:r>
              <a:t>Model configuration reference: https://code.visualstudio.com/docs/agent-customization/language-models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19: Ask, Plan, Agent</a:t>
            </a:r>
          </a:p>
          <a:p xmlns:a="http://schemas.openxmlformats.org/drawingml/2006/main">
            <a:r>
              <a:t>TIME: 3:15 (includes any demo on this slide)</a:t>
            </a:r>
          </a:p>
          <a:p xmlns:a="http://schemas.openxmlformats.org/drawingml/2006/main">
            <a:r>
              <a:t>PURPOSE: Ask: Understand and explain</a:t>
            </a:r>
          </a:p>
          <a:p xmlns:a="http://schemas.openxmlformats.org/drawingml/2006/main">
            <a:r>
              <a:t>SAY</a:t>
            </a:r>
          </a:p>
          <a:p xmlns:a="http://schemas.openxmlformats.org/drawingml/2006/main">
            <a:r>
              <a:t>Ask is useful for understanding the project. Plan is useful for agreeing on the approach and boundaries. Agent carries out the work with available tools and permissions. This is the teaching sequence for our prepared setup; names and behavior vary by version and selected agent. Read actual permission requests and review output. A label alone does not guarantee a particular approval policy.</a:t>
            </a:r>
          </a:p>
          <a:p xmlns:a="http://schemas.openxmlformats.org/drawingml/2006/main">
            <a:r>
              <a:t>SHOW / DO</a:t>
            </a:r>
          </a:p>
          <a:p xmlns:a="http://schemas.openxmlformats.org/drawingml/2006/main">
            <a:r>
              <a:t>D2: Switch to VS Code for about three minutes. Show the Explorer, docs/content/intro.md, and Copilot Chat. Point to the mode or agent selector and model picker. In an available read-only mode ask: “Read docs/content/intro.md and summarize its purpose. Do not edit files or run commands.” Inspect the answer and return to Setup.</a:t>
            </a:r>
          </a:p>
          <a:p xmlns:a="http://schemas.openxmlformats.org/drawingml/2006/main">
            <a:r>
              <a:t/>
            </a:r>
          </a:p>
          <a:p xmlns:a="http://schemas.openxmlformats.org/drawingml/2006/main">
            <a:r>
              <a:t>IF IT STALLS</a:t>
            </a:r>
          </a:p>
          <a:p xmlns:a="http://schemas.openxmlformats.org/drawingml/2006/main">
            <a:r>
              <a:t>If the model or network is slow, show the open source file and explain the prompt without waiting. Do not repair authentication on stage.</a:t>
            </a:r>
          </a:p>
          <a:p xmlns:a="http://schemas.openxmlformats.org/drawingml/2006/main">
            <a:r>
              <a:t/>
            </a:r>
          </a:p>
          <a:p xmlns:a="http://schemas.openxmlformats.org/drawingml/2006/main">
            <a:r>
              <a:t>TRANSITION</a:t>
            </a:r>
          </a:p>
          <a:p xmlns:a="http://schemas.openxmlformats.org/drawingml/2006/main">
            <a:r>
              <a:t>Here is the setup participants can follow before or after the session.</a:t>
            </a:r>
          </a:p>
          <a:p xmlns:a="http://schemas.openxmlformats.org/drawingml/2006/main">
            <a:r>
              <a:t/>
            </a:r>
          </a:p>
          <a:p xmlns:a="http://schemas.openxmlformats.org/drawingml/2006/main">
            <a:r>
              <a:t>SOURCE</a:t>
            </a:r>
          </a:p>
          <a:p xmlns:a="http://schemas.openxmlformats.org/drawingml/2006/main">
            <a:r>
              <a:t>https://nimdvir.github.io/cce-2026/explanation.html#copilot-chat-ask-plan-agent</a:t>
            </a:r>
          </a:p>
          <a:p xmlns:a="http://schemas.openxmlformats.org/drawingml/2006/main">
            <a:r>
              <a:t>Current project materials reviewed September 30, 2026. Screenshots are prepared examples and may differ from the installed interface.</a:t>
            </a:r>
          </a:p>
          <a:p xmlns:a="http://schemas.openxmlformats.org/drawingml/2006/main">
            <a:r>
              <a:t>Model configuration reference: https://code.visualstudio.com/docs/agent-customization/language-models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20: Setup checklist</a:t>
            </a:r>
          </a:p>
          <a:p xmlns:a="http://schemas.openxmlformats.org/drawingml/2006/main">
            <a:r>
              <a:t>TIME: 1:00 (includes any demo on this slide)</a:t>
            </a:r>
          </a:p>
          <a:p xmlns:a="http://schemas.openxmlformats.org/drawingml/2006/main">
            <a:r>
              <a:t>PURPOSE: 1. Create a GitHub account</a:t>
            </a:r>
          </a:p>
          <a:p xmlns:a="http://schemas.openxmlformats.org/drawingml/2006/main">
            <a:r>
              <a:t>SAY</a:t>
            </a:r>
          </a:p>
          <a:p xmlns:a="http://schemas.openxmlformats.org/drawingml/2006/main">
            <a:r>
              <a:t>The site has the full setup guide. Teacher verification may provide Copilot benefits, but approval is not instantaneous and access depends on eligibility and current terms. Install VS Code, sign in, open a working folder or clone the example, and confirm the chat answers a simple question. If you are following on a phone or are not set up, you can still follow the prepared results and try the task later.</a:t>
            </a:r>
          </a:p>
          <a:p xmlns:a="http://schemas.openxmlformats.org/drawingml/2006/main">
            <a:r>
              <a:t>SHOW / DO</a:t>
            </a:r>
          </a:p>
          <a:p xmlns:a="http://schemas.openxmlformats.org/drawingml/2006/main">
            <a:r>
              <a:t>Point to the GitHub Education screenshot. Tell people not to spend the live session troubleshooting installation. The setup page is linked in these notes and on the site.</a:t>
            </a:r>
          </a:p>
          <a:p xmlns:a="http://schemas.openxmlformats.org/drawingml/2006/main">
            <a:r>
              <a:t/>
            </a:r>
          </a:p>
          <a:p xmlns:a="http://schemas.openxmlformats.org/drawingml/2006/main">
            <a:r>
              <a:t>TRANSITION</a:t>
            </a:r>
          </a:p>
          <a:p xmlns:a="http://schemas.openxmlformats.org/drawingml/2006/main">
            <a:r>
              <a:t>With the environment ready, the next step is a useful request.</a:t>
            </a:r>
          </a:p>
          <a:p xmlns:a="http://schemas.openxmlformats.org/drawingml/2006/main">
            <a:r>
              <a:t/>
            </a:r>
          </a:p>
          <a:p xmlns:a="http://schemas.openxmlformats.org/drawingml/2006/main">
            <a:r>
              <a:t>SOURCE</a:t>
            </a:r>
          </a:p>
          <a:p xmlns:a="http://schemas.openxmlformats.org/drawingml/2006/main">
            <a:r>
              <a:t>https://nimdvir.github.io/cce-2026/explanation.html#setup</a:t>
            </a:r>
          </a:p>
          <a:p xmlns:a="http://schemas.openxmlformats.org/drawingml/2006/main">
            <a:r>
              <a:t>Current project materials reviewed September 30, 2026. Screenshots are prepared examples and may differ from the installed interface.</a:t>
            </a:r>
          </a:p>
          <a:p xmlns:a="http://schemas.openxmlformats.org/drawingml/2006/main">
            <a:r>
              <a:t>Education eligibility: https://docs.github.com/en/education/about-github-education/github-education-for-teachers/about-github-education-for-teachers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21: 3. The Task</a:t>
            </a:r>
          </a:p>
          <a:p xmlns:a="http://schemas.openxmlformats.org/drawingml/2006/main">
            <a:r>
              <a:t>TIME: 0:10 (includes any demo on this slide)</a:t>
            </a:r>
          </a:p>
          <a:p xmlns:a="http://schemas.openxmlformats.org/drawingml/2006/main">
            <a:r>
              <a:t>PURPOSE: A clear goal, relevant sources, and boundaries</a:t>
            </a:r>
          </a:p>
          <a:p xmlns:a="http://schemas.openxmlformats.org/drawingml/2006/main">
            <a:r>
              <a:t>SAY</a:t>
            </a:r>
          </a:p>
          <a:p xmlns:a="http://schemas.openxmlformats.org/drawingml/2006/main">
            <a:r>
              <a:t>The quality of the request depends less on clever wording than on a clear outcome and the right material. We will use one syllabus request to make this concrete.</a:t>
            </a:r>
          </a:p>
          <a:p xmlns:a="http://schemas.openxmlformats.org/drawingml/2006/main">
            <a:r>
              <a:t>SHOW / DO</a:t>
            </a:r>
          </a:p>
          <a:p xmlns:a="http://schemas.openxmlformats.org/drawingml/2006/main">
            <a:r>
              <a:t>Keep this divider brief.</a:t>
            </a:r>
          </a:p>
          <a:p xmlns:a="http://schemas.openxmlformats.org/drawingml/2006/main">
            <a:r>
              <a:t/>
            </a:r>
          </a:p>
          <a:p xmlns:a="http://schemas.openxmlformats.org/drawingml/2006/main">
            <a:r>
              <a:t>TRANSITION</a:t>
            </a:r>
          </a:p>
          <a:p xmlns:a="http://schemas.openxmlformats.org/drawingml/2006/main">
            <a:r>
              <a:t>A useful task has three parts.</a:t>
            </a:r>
          </a:p>
          <a:p xmlns:a="http://schemas.openxmlformats.org/drawingml/2006/main">
            <a:r>
              <a:t/>
            </a:r>
          </a:p>
          <a:p xmlns:a="http://schemas.openxmlformats.org/drawingml/2006/main">
            <a:r>
              <a:t>SOURCE</a:t>
            </a:r>
          </a:p>
          <a:p xmlns:a="http://schemas.openxmlformats.org/drawingml/2006/main">
            <a:r>
              <a:t>https://nimdvir.github.io/cce-2026/explanation.html#task</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22: Goal + Context + Constraints</a:t>
            </a:r>
          </a:p>
          <a:p xmlns:a="http://schemas.openxmlformats.org/drawingml/2006/main">
            <a:r>
              <a:t>TIME: 1:05 (includes any demo on this slide)</a:t>
            </a:r>
          </a:p>
          <a:p xmlns:a="http://schemas.openxmlformats.org/drawingml/2006/main">
            <a:r>
              <a:t>PURPOSE: Goal: Update a syllabus for Spring 2027</a:t>
            </a:r>
          </a:p>
          <a:p xmlns:a="http://schemas.openxmlformats.org/drawingml/2006/main">
            <a:r>
              <a:t>SAY</a:t>
            </a:r>
          </a:p>
          <a:p xmlns:a="http://schemas.openxmlformats.org/drawingml/2006/main">
            <a:r>
              <a:t>“Fix my course” leaves too much unstated. A more useful request identifies the semester, the files to use, and what must remain unchanged. Read the worked request: “The course files are in live/syllabus/. Update the course for Spring 2027 without changing grading weights. Identify inconsistent dates and flag anything requiring judgment.” This is a teaching example from the site. Our prepared syllabus demonstration later is a different task: converting Word to HTML and reviewing a small heading change.</a:t>
            </a:r>
          </a:p>
          <a:p xmlns:a="http://schemas.openxmlformats.org/drawingml/2006/main">
            <a:r>
              <a:t>SHOW / DO</a:t>
            </a:r>
          </a:p>
          <a:p xmlns:a="http://schemas.openxmlformats.org/drawingml/2006/main">
            <a:r>
              <a:t>Point to goal, context, and constraints separately. Explain that the authoritative calendar must be supplied before any real semester update.</a:t>
            </a:r>
          </a:p>
          <a:p xmlns:a="http://schemas.openxmlformats.org/drawingml/2006/main">
            <a:r>
              <a:t/>
            </a:r>
          </a:p>
          <a:p xmlns:a="http://schemas.openxmlformats.org/drawingml/2006/main">
            <a:r>
              <a:t>TRANSITION</a:t>
            </a:r>
          </a:p>
          <a:p xmlns:a="http://schemas.openxmlformats.org/drawingml/2006/main">
            <a:r>
              <a:t>The same pattern becomes a short checklist.</a:t>
            </a:r>
          </a:p>
          <a:p xmlns:a="http://schemas.openxmlformats.org/drawingml/2006/main">
            <a:r>
              <a:t/>
            </a:r>
          </a:p>
          <a:p xmlns:a="http://schemas.openxmlformats.org/drawingml/2006/main">
            <a:r>
              <a:t>SOURCE</a:t>
            </a:r>
          </a:p>
          <a:p xmlns:a="http://schemas.openxmlformats.org/drawingml/2006/main">
            <a:r>
              <a:t>https://nimdvir.github.io/cce-2026/explanation.html#what-makes-a-good-agent-task</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23: A useful prompting checklist</a:t>
            </a:r>
          </a:p>
          <a:p xmlns:a="http://schemas.openxmlformats.org/drawingml/2006/main">
            <a:r>
              <a:t>TIME: 0:45 (includes any demo on this slide)</a:t>
            </a:r>
          </a:p>
          <a:p xmlns:a="http://schemas.openxmlformats.org/drawingml/2006/main">
            <a:r>
              <a:t>PURPOSE: Name the outcome and source files.</a:t>
            </a:r>
          </a:p>
          <a:p xmlns:a="http://schemas.openxmlformats.org/drawingml/2006/main">
            <a:r>
              <a:t>SAY</a:t>
            </a:r>
          </a:p>
          <a:p xmlns:a="http://schemas.openxmlformats.org/drawingml/2006/main">
            <a:r>
              <a:t>Say what a finished result looks like, what evidence to use, and what the agent may change. “Preserve grading weights” is a boundary. “Flag uncertain dates” tells it when human judgment is needed. Ask it to inspect before making changes and explain how it checked the result. That gives you something concrete to review. You can attach files or reference them through the workspace features available in your version.</a:t>
            </a:r>
          </a:p>
          <a:p xmlns:a="http://schemas.openxmlformats.org/drawingml/2006/main">
            <a:r>
              <a:t>SHOW / DO</a:t>
            </a:r>
          </a:p>
          <a:p xmlns:a="http://schemas.openxmlformats.org/drawingml/2006/main">
            <a:r>
              <a:t>Ask participants to think of one recurring academic task and identify one thing the agent must not change.</a:t>
            </a:r>
          </a:p>
          <a:p xmlns:a="http://schemas.openxmlformats.org/drawingml/2006/main">
            <a:r>
              <a:t/>
            </a:r>
          </a:p>
          <a:p xmlns:a="http://schemas.openxmlformats.org/drawingml/2006/main">
            <a:r>
              <a:t>TRANSITION</a:t>
            </a:r>
          </a:p>
          <a:p xmlns:a="http://schemas.openxmlformats.org/drawingml/2006/main">
            <a:r>
              <a:t>Repeated context belongs in the project, not only in a long conversation.</a:t>
            </a:r>
          </a:p>
          <a:p xmlns:a="http://schemas.openxmlformats.org/drawingml/2006/main">
            <a:r>
              <a:t/>
            </a:r>
          </a:p>
          <a:p xmlns:a="http://schemas.openxmlformats.org/drawingml/2006/main">
            <a:r>
              <a:t>SOURCE</a:t>
            </a:r>
          </a:p>
          <a:p xmlns:a="http://schemas.openxmlformats.org/drawingml/2006/main">
            <a:r>
              <a:t>https://nimdvir.github.io/cce-2026/explanation.html#prompting-agents</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24: Project context</a:t>
            </a:r>
          </a:p>
          <a:p xmlns:a="http://schemas.openxmlformats.org/drawingml/2006/main">
            <a:r>
              <a:t>TIME: 0:40 (includes any demo on this slide)</a:t>
            </a:r>
          </a:p>
          <a:p xmlns:a="http://schemas.openxmlformats.org/drawingml/2006/main">
            <a:r>
              <a:t>PURPOSE: Keep course rules and source files together.</a:t>
            </a:r>
          </a:p>
          <a:p xmlns:a="http://schemas.openxmlformats.org/drawingml/2006/main">
            <a:r>
              <a:t>SAY</a:t>
            </a:r>
          </a:p>
          <a:p xmlns:a="http://schemas.openxmlformats.org/drawingml/2006/main">
            <a:r>
              <a:t>A long prompt can repeat the same policies and preferences every time. A project folder gives those facts a stable home. The prompt can then point to the current sources and describe the task. Saved chat history is useful background, but it should not be your only record of an approved decision. Keep durable decisions in project files and ensure the agent actually reads them.</a:t>
            </a:r>
          </a:p>
          <a:p xmlns:a="http://schemas.openxmlformats.org/drawingml/2006/main">
            <a:r>
              <a:t>SHOW / DO</a:t>
            </a:r>
          </a:p>
          <a:p xmlns:a="http://schemas.openxmlformats.org/drawingml/2006/main">
            <a:r>
              <a:t>Example: one approved syllabus, one approved calendar, and one instruction file. This slide is optional if time is tight.</a:t>
            </a:r>
          </a:p>
          <a:p xmlns:a="http://schemas.openxmlformats.org/drawingml/2006/main">
            <a:r>
              <a:t/>
            </a:r>
          </a:p>
          <a:p xmlns:a="http://schemas.openxmlformats.org/drawingml/2006/main">
            <a:r>
              <a:t>TRANSITION</a:t>
            </a:r>
          </a:p>
          <a:p xmlns:a="http://schemas.openxmlformats.org/drawingml/2006/main">
            <a:r>
              <a:t>Now we turn a single request into a repeatable workflow.</a:t>
            </a:r>
          </a:p>
          <a:p xmlns:a="http://schemas.openxmlformats.org/drawingml/2006/main">
            <a:r>
              <a:t/>
            </a:r>
          </a:p>
          <a:p xmlns:a="http://schemas.openxmlformats.org/drawingml/2006/main">
            <a:r>
              <a:t>SOURCE</a:t>
            </a:r>
          </a:p>
          <a:p xmlns:a="http://schemas.openxmlformats.org/drawingml/2006/main">
            <a:r>
              <a:t>https://nimdvir.github.io/cce-2026/explanation.html#context-instead-of-giant-prompts</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25: 4. The Workflow</a:t>
            </a:r>
          </a:p>
          <a:p xmlns:a="http://schemas.openxmlformats.org/drawingml/2006/main">
            <a:r>
              <a:t>TIME: 0:20 (includes any demo on this slide)</a:t>
            </a:r>
          </a:p>
          <a:p xmlns:a="http://schemas.openxmlformats.org/drawingml/2006/main">
            <a:r>
              <a:t>PURPOSE: Understand, plan, act, review, verify, repeat</a:t>
            </a:r>
          </a:p>
          <a:p xmlns:a="http://schemas.openxmlformats.org/drawingml/2006/main">
            <a:r>
              <a:t>SAY</a:t>
            </a:r>
          </a:p>
          <a:p xmlns:a="http://schemas.openxmlformats.org/drawingml/2006/main">
            <a:r>
              <a:t>A workflow makes the process repeatable and inspectable. The goal is not to repeat an identical answer; it is to repeat the steps that make the answer worth trusting. We plan the work, inspect the change, verify the outcome, and keep useful instructions for next time.</a:t>
            </a:r>
          </a:p>
          <a:p xmlns:a="http://schemas.openxmlformats.org/drawingml/2006/main">
            <a:r>
              <a:t>SHOW / DO</a:t>
            </a:r>
          </a:p>
          <a:p xmlns:a="http://schemas.openxmlformats.org/drawingml/2006/main">
            <a:r>
              <a:t>Use a brief pause between act and review.</a:t>
            </a:r>
          </a:p>
          <a:p xmlns:a="http://schemas.openxmlformats.org/drawingml/2006/main">
            <a:r>
              <a:t/>
            </a:r>
          </a:p>
          <a:p xmlns:a="http://schemas.openxmlformats.org/drawingml/2006/main">
            <a:r>
              <a:t>TRANSITION</a:t>
            </a:r>
          </a:p>
          <a:p xmlns:a="http://schemas.openxmlformats.org/drawingml/2006/main">
            <a:r>
              <a:t>The review is where we compare the claim of success with evidence.</a:t>
            </a:r>
          </a:p>
          <a:p xmlns:a="http://schemas.openxmlformats.org/drawingml/2006/main">
            <a:r>
              <a:t/>
            </a:r>
          </a:p>
          <a:p xmlns:a="http://schemas.openxmlformats.org/drawingml/2006/main">
            <a:r>
              <a:t>SOURCE</a:t>
            </a:r>
          </a:p>
          <a:p xmlns:a="http://schemas.openxmlformats.org/drawingml/2006/main">
            <a:r>
              <a:t>https://nimdvir.github.io/cce-2026/explanation.html#workflow</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26: Reviewing the work</a:t>
            </a:r>
          </a:p>
          <a:p xmlns:a="http://schemas.openxmlformats.org/drawingml/2006/main">
            <a:r>
              <a:t>TIME: 1:05 (includes any demo on this slide)</a:t>
            </a:r>
          </a:p>
          <a:p xmlns:a="http://schemas.openxmlformats.org/drawingml/2006/main">
            <a:r>
              <a:t>PURPOSE: Read the changed files and the diff.</a:t>
            </a:r>
          </a:p>
          <a:p xmlns:a="http://schemas.openxmlformats.org/drawingml/2006/main">
            <a:r>
              <a:t>SAY</a:t>
            </a:r>
          </a:p>
          <a:p xmlns:a="http://schemas.openxmlformats.org/drawingml/2006/main">
            <a:r>
              <a:t>A diff shows what changed between versions. Read it alongside the actual output: a page can look correct while a source value is wrong. Ask for an execution report listing files changed, commands run, checks performed, and anything skipped or uncertain. The report guides your inspection; it is not independent proof. A checkpoint or saved copy gives you a way back. Review existing work before committing or restoring anything.</a:t>
            </a:r>
          </a:p>
          <a:p xmlns:a="http://schemas.openxmlformats.org/drawingml/2006/main">
            <a:r>
              <a:t>SHOW / DO</a:t>
            </a:r>
          </a:p>
          <a:p xmlns:a="http://schemas.openxmlformats.org/drawingml/2006/main">
            <a:r>
              <a:t>Point out the before and after sides of the screenshot. Read this reusable line: “Report every file changed, what you verified and how, and anything you skipped or were unsure about.”</a:t>
            </a:r>
          </a:p>
          <a:p xmlns:a="http://schemas.openxmlformats.org/drawingml/2006/main">
            <a:r>
              <a:t/>
            </a:r>
          </a:p>
          <a:p xmlns:a="http://schemas.openxmlformats.org/drawingml/2006/main">
            <a:r>
              <a:t>TRANSITION</a:t>
            </a:r>
          </a:p>
          <a:p xmlns:a="http://schemas.openxmlformats.org/drawingml/2006/main">
            <a:r>
              <a:t>Standing instructions help make this review process consistent.</a:t>
            </a:r>
          </a:p>
          <a:p xmlns:a="http://schemas.openxmlformats.org/drawingml/2006/main">
            <a:r>
              <a:t/>
            </a:r>
          </a:p>
          <a:p xmlns:a="http://schemas.openxmlformats.org/drawingml/2006/main">
            <a:r>
              <a:t>SOURCE</a:t>
            </a:r>
          </a:p>
          <a:p xmlns:a="http://schemas.openxmlformats.org/drawingml/2006/main">
            <a:r>
              <a:t>https://nimdvir.github.io/cce-2026/explanation.html#reviewing-agent-work</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27: Workspace instructions</a:t>
            </a:r>
          </a:p>
          <a:p xmlns:a="http://schemas.openxmlformats.org/drawingml/2006/main">
            <a:r>
              <a:t>TIME: 1:00 (includes any demo on this slide)</a:t>
            </a:r>
          </a:p>
          <a:p xmlns:a="http://schemas.openxmlformats.org/drawingml/2006/main">
            <a:r>
              <a:t>PURPOSE: A workspace holds related project files.</a:t>
            </a:r>
          </a:p>
          <a:p xmlns:a="http://schemas.openxmlformats.org/drawingml/2006/main">
            <a:r>
              <a:t>SAY</a:t>
            </a:r>
          </a:p>
          <a:p xmlns:a="http://schemas.openxmlformats.org/drawingml/2006/main">
            <a:r>
              <a:t>We introduced the workspace as the open project folder. Now add standing instructions. AGENTS.md can describe project rules for tools that support it: inspect sources, keep naming conventions, and ask before publishing. Personal or user-level instructions can express preferences that apply across projects. Support and file locations vary by tool. Confirm what was loaded instead of assuming every assistant reads every file. These instructions guide behavior; they are not a substitute for access controls or review.</a:t>
            </a:r>
          </a:p>
          <a:p xmlns:a="http://schemas.openxmlformats.org/drawingml/2006/main">
            <a:r>
              <a:t>SHOW / DO</a:t>
            </a:r>
          </a:p>
          <a:p xmlns:a="http://schemas.openxmlformats.org/drawingml/2006/main">
            <a:r>
              <a:t>Describe source/, drafts/, output/, prompts/, and an instruction file at the project level. Save the live file opening for the short workflow tour.</a:t>
            </a:r>
          </a:p>
          <a:p xmlns:a="http://schemas.openxmlformats.org/drawingml/2006/main">
            <a:r>
              <a:t/>
            </a:r>
          </a:p>
          <a:p xmlns:a="http://schemas.openxmlformats.org/drawingml/2006/main">
            <a:r>
              <a:t>TRANSITION</a:t>
            </a:r>
          </a:p>
          <a:p xmlns:a="http://schemas.openxmlformats.org/drawingml/2006/main">
            <a:r>
              <a:t>A recurring request can also become a saved prompt.</a:t>
            </a:r>
          </a:p>
          <a:p xmlns:a="http://schemas.openxmlformats.org/drawingml/2006/main">
            <a:r>
              <a:t/>
            </a:r>
          </a:p>
          <a:p xmlns:a="http://schemas.openxmlformats.org/drawingml/2006/main">
            <a:r>
              <a:t>SOURCE</a:t>
            </a:r>
          </a:p>
          <a:p xmlns:a="http://schemas.openxmlformats.org/drawingml/2006/main">
            <a:r>
              <a:t>https://nimdvir.github.io/cce-2026/explanation.html#what-is-agentsmd</a:t>
            </a:r>
          </a:p>
          <a:p xmlns:a="http://schemas.openxmlformats.org/drawingml/2006/main">
            <a:r>
              <a:t>Current project materials reviewed September 30, 2026. Screenshots are prepared examples and may differ from the installed interface.</a:t>
            </a:r>
          </a:p>
          <a:p xmlns:a="http://schemas.openxmlformats.org/drawingml/2006/main">
            <a:r>
              <a:t>Customization references: https://code.visualstudio.com/docs/agent-customization/custom-instructions ; https://code.visualstudio.com/docs/agent-customization/prompt-files ; https://code.visualstudio.com/docs/agent-customization/agent-skills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28: Reusable prompts</a:t>
            </a:r>
          </a:p>
          <a:p xmlns:a="http://schemas.openxmlformats.org/drawingml/2006/main">
            <a:r>
              <a:t>TIME: 0:50 (includes any demo on this slide)</a:t>
            </a:r>
          </a:p>
          <a:p xmlns:a="http://schemas.openxmlformats.org/drawingml/2006/main">
            <a:r>
              <a:t>PURPOSE: Save the task once as a prompt file.</a:t>
            </a:r>
          </a:p>
          <a:p xmlns:a="http://schemas.openxmlformats.org/drawingml/2006/main">
            <a:r>
              <a:t>SAY</a:t>
            </a:r>
          </a:p>
          <a:p xmlns:a="http://schemas.openxmlformats.org/drawingml/2006/main">
            <a:r>
              <a:t>A saved prompt captures a task you expect to repeat. The site uses update-syllabus.prompt.md as an example. In a compatible Copilot setup, it can appear as /update-syllabus. Current VS Code behavior differs between Local and Agent Host sessions, and some newer workflows migrate prompt files to skills. For this talk, demonstrate the behavior you verified before the session. If the shortcut is unavailable, open the saved text and use it directly without changing the lesson.</a:t>
            </a:r>
          </a:p>
          <a:p xmlns:a="http://schemas.openxmlformats.org/drawingml/2006/main">
            <a:r>
              <a:t>SHOW / DO</a:t>
            </a:r>
          </a:p>
          <a:p xmlns:a="http://schemas.openxmlformats.org/drawingml/2006/main">
            <a:r>
              <a:t>Explain workspace-specific prompts versus personal prompts. Do not run the Spring 2027 update during this presentation.</a:t>
            </a:r>
          </a:p>
          <a:p xmlns:a="http://schemas.openxmlformats.org/drawingml/2006/main">
            <a:r>
              <a:t/>
            </a:r>
          </a:p>
          <a:p xmlns:a="http://schemas.openxmlformats.org/drawingml/2006/main">
            <a:r>
              <a:t>IF IT STALLS</a:t>
            </a:r>
          </a:p>
          <a:p xmlns:a="http://schemas.openxmlformats.org/drawingml/2006/main">
            <a:r>
              <a:t>Open the saved prompt as a file and read its goal, source, and constraints.</a:t>
            </a:r>
          </a:p>
          <a:p xmlns:a="http://schemas.openxmlformats.org/drawingml/2006/main">
            <a:r>
              <a:t/>
            </a:r>
          </a:p>
          <a:p xmlns:a="http://schemas.openxmlformats.org/drawingml/2006/main">
            <a:r>
              <a:t>TRANSITION</a:t>
            </a:r>
          </a:p>
          <a:p xmlns:a="http://schemas.openxmlformats.org/drawingml/2006/main">
            <a:r>
              <a:t>A skill packages a reusable procedure rather than one request.</a:t>
            </a:r>
          </a:p>
          <a:p xmlns:a="http://schemas.openxmlformats.org/drawingml/2006/main">
            <a:r>
              <a:t/>
            </a:r>
          </a:p>
          <a:p xmlns:a="http://schemas.openxmlformats.org/drawingml/2006/main">
            <a:r>
              <a:t>SOURCE</a:t>
            </a:r>
          </a:p>
          <a:p xmlns:a="http://schemas.openxmlformats.org/drawingml/2006/main">
            <a:r>
              <a:t>https://nimdvir.github.io/cce-2026/explanation.html#reusable-prompts</a:t>
            </a:r>
          </a:p>
          <a:p xmlns:a="http://schemas.openxmlformats.org/drawingml/2006/main">
            <a:r>
              <a:t>Current project materials reviewed September 30, 2026. Screenshots are prepared examples and may differ from the installed interface.</a:t>
            </a:r>
          </a:p>
          <a:p xmlns:a="http://schemas.openxmlformats.org/drawingml/2006/main">
            <a:r>
              <a:t>Customization references: https://code.visualstudio.com/docs/agent-customization/custom-instructions ; https://code.visualstudio.com/docs/agent-customization/prompt-files ; https://code.visualstudio.com/docs/agent-customization/agent-skills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29: Skills</a:t>
            </a:r>
          </a:p>
          <a:p xmlns:a="http://schemas.openxmlformats.org/drawingml/2006/main">
            <a:r>
              <a:t>TIME: 0:50 (includes any demo on this slide)</a:t>
            </a:r>
          </a:p>
          <a:p xmlns:a="http://schemas.openxmlformats.org/drawingml/2006/main">
            <a:r>
              <a:t>PURPOSE: A skill describes how to do a type of task.</a:t>
            </a:r>
          </a:p>
          <a:p xmlns:a="http://schemas.openxmlformats.org/drawingml/2006/main">
            <a:r>
              <a:t>SAY</a:t>
            </a:r>
          </a:p>
          <a:p xmlns:a="http://schemas.openxmlformats.org/drawingml/2006/main">
            <a:r>
              <a:t>The syllabus-consistency example is a procedure for reviewing a revision. It specifies what to compare, what to preserve, and what to report. It may include supporting scripts or reference files. A skill can guide recurring work, but the quality still depends on its instructions and evidence. Ask for a report that points to the affected passages and separates confirmed errors from decisions for the instructor.</a:t>
            </a:r>
          </a:p>
          <a:p xmlns:a="http://schemas.openxmlformats.org/drawingml/2006/main">
            <a:r>
              <a:t>SHOW / DO</a:t>
            </a:r>
          </a:p>
          <a:p xmlns:a="http://schemas.openxmlformats.org/drawingml/2006/main">
            <a:r>
              <a:t>Name SKILL.md and describe the checks. The complete example is in the syllabus walkthrough. Tool discovery locations vary, so open the verified file rather than guessing a path on stage.</a:t>
            </a:r>
          </a:p>
          <a:p xmlns:a="http://schemas.openxmlformats.org/drawingml/2006/main">
            <a:r>
              <a:t/>
            </a:r>
          </a:p>
          <a:p xmlns:a="http://schemas.openxmlformats.org/drawingml/2006/main">
            <a:r>
              <a:t>TRANSITION</a:t>
            </a:r>
          </a:p>
          <a:p xmlns:a="http://schemas.openxmlformats.org/drawingml/2006/main">
            <a:r>
              <a:t>These pieces work together.</a:t>
            </a:r>
          </a:p>
          <a:p xmlns:a="http://schemas.openxmlformats.org/drawingml/2006/main">
            <a:r>
              <a:t/>
            </a:r>
          </a:p>
          <a:p xmlns:a="http://schemas.openxmlformats.org/drawingml/2006/main">
            <a:r>
              <a:t>SOURCE</a:t>
            </a:r>
          </a:p>
          <a:p xmlns:a="http://schemas.openxmlformats.org/drawingml/2006/main">
            <a:r>
              <a:t>https://nimdvir.github.io/cce-2026/explanation.html#skills</a:t>
            </a:r>
          </a:p>
          <a:p xmlns:a="http://schemas.openxmlformats.org/drawingml/2006/main">
            <a:r>
              <a:t>Current project materials reviewed September 30, 2026. Screenshots are prepared examples and may differ from the installed interface.</a:t>
            </a:r>
          </a:p>
          <a:p xmlns:a="http://schemas.openxmlformats.org/drawingml/2006/main">
            <a:r>
              <a:t>Customization references: https://code.visualstudio.com/docs/agent-customization/custom-instructions ; https://code.visualstudio.com/docs/agent-customization/prompt-files ; https://code.visualstudio.com/docs/agent-customization/agent-skills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30: From prompting to workflows</a:t>
            </a:r>
          </a:p>
          <a:p xmlns:a="http://schemas.openxmlformats.org/drawingml/2006/main">
            <a:r>
              <a:t>TIME: 2:20 (includes any demo on this slide)</a:t>
            </a:r>
          </a:p>
          <a:p xmlns:a="http://schemas.openxmlformats.org/drawingml/2006/main">
            <a:r>
              <a:t>PURPOSE: Prompt: one request</a:t>
            </a:r>
          </a:p>
          <a:p xmlns:a="http://schemas.openxmlformats.org/drawingml/2006/main">
            <a:r>
              <a:t>SAY</a:t>
            </a:r>
          </a:p>
          <a:p xmlns:a="http://schemas.openxmlformats.org/drawingml/2006/main">
            <a:r>
              <a:t>These are different layers, not a ranking where the last one makes the others unnecessary. You give a task, reuse useful wording, provide project rules, and apply a procedure where it helps. A workflow connects those pieces to sources, outputs, and human decisions. The practical benefit is less repeated explanation and a clearer record of how the work was done.</a:t>
            </a:r>
          </a:p>
          <a:p xmlns:a="http://schemas.openxmlformats.org/drawingml/2006/main">
            <a:r>
              <a:t>SHOW / DO</a:t>
            </a:r>
          </a:p>
          <a:p xmlns:a="http://schemas.openxmlformats.org/drawingml/2006/main">
            <a:r>
              <a:t>D3: Switch to VS Code for about two minutes. Open the project AGENTS.md, the saved update-syllabus.prompt.md, and the syllabus-consistency SKILL.md from the prepared walkthrough. Point to one rule in each. Show the slash-command list only if preflight confirmed it works. Run nothing. Return to Examples.</a:t>
            </a:r>
          </a:p>
          <a:p xmlns:a="http://schemas.openxmlformats.org/drawingml/2006/main">
            <a:r>
              <a:t/>
            </a:r>
          </a:p>
          <a:p xmlns:a="http://schemas.openxmlformats.org/drawingml/2006/main">
            <a:r>
              <a:t>IF IT STALLS</a:t>
            </a:r>
          </a:p>
          <a:p xmlns:a="http://schemas.openxmlformats.org/drawingml/2006/main">
            <a:r>
              <a:t>Stay on the slide and describe the three already-saved files. This two-minute tour is an easy cut if time is short.</a:t>
            </a:r>
          </a:p>
          <a:p xmlns:a="http://schemas.openxmlformats.org/drawingml/2006/main">
            <a:r>
              <a:t/>
            </a:r>
          </a:p>
          <a:p xmlns:a="http://schemas.openxmlformats.org/drawingml/2006/main">
            <a:r>
              <a:t>TRANSITION</a:t>
            </a:r>
          </a:p>
          <a:p xmlns:a="http://schemas.openxmlformats.org/drawingml/2006/main">
            <a:r>
              <a:t>We can now inspect the four completed projects with these ideas in mind.</a:t>
            </a:r>
          </a:p>
          <a:p xmlns:a="http://schemas.openxmlformats.org/drawingml/2006/main">
            <a:r>
              <a:t/>
            </a:r>
          </a:p>
          <a:p xmlns:a="http://schemas.openxmlformats.org/drawingml/2006/main">
            <a:r>
              <a:t>SOURCE</a:t>
            </a:r>
          </a:p>
          <a:p xmlns:a="http://schemas.openxmlformats.org/drawingml/2006/main">
            <a:r>
              <a:t>https://nimdvir.github.io/cce-2026/explanation.html#from-prompt-to-workflow</a:t>
            </a:r>
          </a:p>
          <a:p xmlns:a="http://schemas.openxmlformats.org/drawingml/2006/main">
            <a:r>
              <a:t>Current project materials reviewed September 30, 2026. Screenshots are prepared examples and may differ from the installed interface.</a:t>
            </a:r>
          </a:p>
          <a:p xmlns:a="http://schemas.openxmlformats.org/drawingml/2006/main">
            <a:r>
              <a:t>Customization references: https://code.visualstudio.com/docs/agent-customization/custom-instructions ; https://code.visualstudio.com/docs/agent-customization/prompt-files ; https://code.visualstudio.com/docs/agent-customization/agent-skills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31: 5. The Examples</a:t>
            </a:r>
          </a:p>
          <a:p xmlns:a="http://schemas.openxmlformats.org/drawingml/2006/main">
            <a:r>
              <a:t>TIME: 0:15 (includes any demo on this slide)</a:t>
            </a:r>
          </a:p>
          <a:p xmlns:a="http://schemas.openxmlformats.org/drawingml/2006/main">
            <a:r>
              <a:t>PURPOSE: Website, syllabus, data reports, and courseware</a:t>
            </a:r>
          </a:p>
          <a:p xmlns:a="http://schemas.openxmlformats.org/drawingml/2006/main">
            <a:r>
              <a:t>SAY</a:t>
            </a:r>
          </a:p>
          <a:p xmlns:a="http://schemas.openxmlformats.org/drawingml/2006/main">
            <a:r>
              <a:t>The examples are prepared. We will inspect the result, explain the task, and identify what required review. Only one small website change may run live. If the tool is slow, the screenshots and saved examples carry the same teaching point.</a:t>
            </a:r>
          </a:p>
          <a:p xmlns:a="http://schemas.openxmlformats.org/drawingml/2006/main">
            <a:r>
              <a:t>SHOW / DO</a:t>
            </a:r>
          </a:p>
          <a:p xmlns:a="http://schemas.openxmlformats.org/drawingml/2006/main">
            <a:r>
              <a:t>D4 begins. Keep the Examples browser page as the navigation hub. The next seven slides are signposts and fallbacks for a roughly seventeen-minute demonstration block.</a:t>
            </a:r>
          </a:p>
          <a:p xmlns:a="http://schemas.openxmlformats.org/drawingml/2006/main">
            <a:r>
              <a:t/>
            </a:r>
          </a:p>
          <a:p xmlns:a="http://schemas.openxmlformats.org/drawingml/2006/main">
            <a:r>
              <a:t>TRANSITION</a:t>
            </a:r>
          </a:p>
          <a:p xmlns:a="http://schemas.openxmlformats.org/drawingml/2006/main">
            <a:r>
              <a:t>First, the conference website itself.</a:t>
            </a:r>
          </a:p>
          <a:p xmlns:a="http://schemas.openxmlformats.org/drawingml/2006/main">
            <a:r>
              <a:t/>
            </a:r>
          </a:p>
          <a:p xmlns:a="http://schemas.openxmlformats.org/drawingml/2006/main">
            <a:r>
              <a:t>SOURCE</a:t>
            </a:r>
          </a:p>
          <a:p xmlns:a="http://schemas.openxmlformats.org/drawingml/2006/main">
            <a:r>
              <a:t>https://nimdvir.github.io/cce-2026/examples.html</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32: 1. The conference website</a:t>
            </a:r>
          </a:p>
          <a:p xmlns:a="http://schemas.openxmlformats.org/drawingml/2006/main">
            <a:r>
              <a:t>TIME: 1:00 (includes any demo on this slide)</a:t>
            </a:r>
          </a:p>
          <a:p xmlns:a="http://schemas.openxmlformats.org/drawingml/2006/main">
            <a:r>
              <a:t>PURPOSE: Notes and an outline guide the pages.</a:t>
            </a:r>
          </a:p>
          <a:p xmlns:a="http://schemas.openxmlformats.org/drawingml/2006/main">
            <a:r>
              <a:t>SAY</a:t>
            </a:r>
          </a:p>
          <a:p xmlns:a="http://schemas.openxmlformats.org/drawingml/2006/main">
            <a:r>
              <a:t>The site began with notes, an outline, and the session description. The agent helped draft Markdown source pages. A build script combines them with a shared template and styles. Reviewed files can then go to GitHub Pages. The important relationship is source to generated output: changing the source and rebuilding is easier to review than hand-editing generated pages. The current site has an About page in addition to the original four-page structure.</a:t>
            </a:r>
          </a:p>
          <a:p xmlns:a="http://schemas.openxmlformats.org/drawingml/2006/main">
            <a:r>
              <a:t>SHOW / DO</a:t>
            </a:r>
          </a:p>
          <a:p xmlns:a="http://schemas.openxmlformats.org/drawingml/2006/main">
            <a:r>
              <a:t>Open the website walkthrough and the finished page. In VS Code, place docs/content/intro.md beside its rendered result. Identify one sentence that appears in both. Explain where build.py fits.</a:t>
            </a:r>
          </a:p>
          <a:p xmlns:a="http://schemas.openxmlformats.org/drawingml/2006/main">
            <a:r>
              <a:t/>
            </a:r>
          </a:p>
          <a:p xmlns:a="http://schemas.openxmlformats.org/drawingml/2006/main">
            <a:r>
              <a:t>IF IT STALLS</a:t>
            </a:r>
          </a:p>
          <a:p xmlns:a="http://schemas.openxmlformats.org/drawingml/2006/main">
            <a:r>
              <a:t>Use the prepared site screenshot and explain the source-to-page relationship.</a:t>
            </a:r>
          </a:p>
          <a:p xmlns:a="http://schemas.openxmlformats.org/drawingml/2006/main">
            <a:r>
              <a:t/>
            </a:r>
          </a:p>
          <a:p xmlns:a="http://schemas.openxmlformats.org/drawingml/2006/main">
            <a:r>
              <a:t>TRANSITION</a:t>
            </a:r>
          </a:p>
          <a:p xmlns:a="http://schemas.openxmlformats.org/drawingml/2006/main">
            <a:r>
              <a:t>Now a deliberately small edit makes the process visible.</a:t>
            </a:r>
          </a:p>
          <a:p xmlns:a="http://schemas.openxmlformats.org/drawingml/2006/main">
            <a:r>
              <a:t/>
            </a:r>
          </a:p>
          <a:p xmlns:a="http://schemas.openxmlformats.org/drawingml/2006/main">
            <a:r>
              <a:t>SOURCE</a:t>
            </a:r>
          </a:p>
          <a:p xmlns:a="http://schemas.openxmlformats.org/drawingml/2006/main">
            <a:r>
              <a:t>https://nimdvir.github.io/cce-2026/examples/site/index.html</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33: 1. One small site edit</a:t>
            </a:r>
          </a:p>
          <a:p xmlns:a="http://schemas.openxmlformats.org/drawingml/2006/main">
            <a:r>
              <a:t>TIME: 3:00 (includes any demo on this slide)</a:t>
            </a:r>
          </a:p>
          <a:p xmlns:a="http://schemas.openxmlformats.org/drawingml/2006/main">
            <a:r>
              <a:t>PURPOSE: Change one welcome sentence.</a:t>
            </a:r>
          </a:p>
          <a:p xmlns:a="http://schemas.openxmlformats.org/drawingml/2006/main">
            <a:r>
              <a:t>SAY</a:t>
            </a:r>
          </a:p>
          <a:p xmlns:a="http://schemas.openxmlformats.org/drawingml/2006/main">
            <a:r>
              <a:t>We are giving the agent a narrow task with a visible result. First inspect its plan, then let it change only the welcome sentence. Afterward, look at the diff before accepting the result. A rebuilt page can look right even if unrelated files changed, which is why we inspect both. This example ends at a local preview. We are not committing, pushing, or publishing during the demonstration.</a:t>
            </a:r>
          </a:p>
          <a:p xmlns:a="http://schemas.openxmlformats.org/drawingml/2006/main">
            <a:r>
              <a:t>SHOW / DO</a:t>
            </a:r>
          </a:p>
          <a:p xmlns:a="http://schemas.openxmlformats.org/drawingml/2006/main">
            <a:r>
              <a:t>Open the prepared small-edit prompt. Ask Plan to describe the bounded change, then switch to the tested action mode. Prompt: “In docs/content/intro.md, change only the sentence marked LIVE BANNER to a short welcome for the CCE 2026 audience. Keep the marker and all links. Rebuild with python docs/build.py. Show the diff and a local preview. Do not commit or push.” Use the exact working folder already opened. Stop waiting after about 30 seconds if it stalls.</a:t>
            </a:r>
          </a:p>
          <a:p xmlns:a="http://schemas.openxmlformats.org/drawingml/2006/main">
            <a:r>
              <a:t/>
            </a:r>
          </a:p>
          <a:p xmlns:a="http://schemas.openxmlformats.org/drawingml/2006/main">
            <a:r>
              <a:t>IF IT STALLS</a:t>
            </a:r>
          </a:p>
          <a:p xmlns:a="http://schemas.openxmlformats.org/drawingml/2006/main">
            <a:r>
              <a:t>Show the current source sentence and the prepared website screenshot. Explain the intended replacement and how a diff would isolate it. Use a saved before/after diff if preflight found one; do not pretend it ran live.</a:t>
            </a:r>
          </a:p>
          <a:p xmlns:a="http://schemas.openxmlformats.org/drawingml/2006/main">
            <a:r>
              <a:t/>
            </a:r>
          </a:p>
          <a:p xmlns:a="http://schemas.openxmlformats.org/drawingml/2006/main">
            <a:r>
              <a:t>TRANSITION</a:t>
            </a:r>
          </a:p>
          <a:p xmlns:a="http://schemas.openxmlformats.org/drawingml/2006/main">
            <a:r>
              <a:t>The next example changes a document’s format while preserving its meaning.</a:t>
            </a:r>
          </a:p>
          <a:p xmlns:a="http://schemas.openxmlformats.org/drawingml/2006/main">
            <a:r>
              <a:t/>
            </a:r>
          </a:p>
          <a:p xmlns:a="http://schemas.openxmlformats.org/drawingml/2006/main">
            <a:r>
              <a:t>SOURCE</a:t>
            </a:r>
          </a:p>
          <a:p xmlns:a="http://schemas.openxmlformats.org/drawingml/2006/main">
            <a:r>
              <a:t>https://nimdvir.github.io/cce-2026/examples/site/index.html#try</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34: 2. Word syllabus to HTML</a:t>
            </a:r>
          </a:p>
          <a:p xmlns:a="http://schemas.openxmlformats.org/drawingml/2006/main">
            <a:r>
              <a:t>TIME: 1:30 (includes any demo on this slide)</a:t>
            </a:r>
          </a:p>
          <a:p xmlns:a="http://schemas.openxmlformats.org/drawingml/2006/main">
            <a:r>
              <a:t>PURPOSE: Preserve the original content during conversion.</a:t>
            </a:r>
          </a:p>
          <a:p xmlns:a="http://schemas.openxmlformats.org/drawingml/2006/main">
            <a:r>
              <a:t>SAY</a:t>
            </a:r>
          </a:p>
          <a:p xmlns:a="http://schemas.openxmlformats.org/drawingml/2006/main">
            <a:r>
              <a:t>The older Word syllabus and the current HTML syllabus are different semester versions. Their screenshots illustrate the format change, not proof that every word is identical. A safe conversion inventories headings, tables, policies, dates, and links, then compares the content. Semester decisions should be explicit rather than introduced silently while improving the layout. The instructor determines the current authoritative version.</a:t>
            </a:r>
          </a:p>
          <a:p xmlns:a="http://schemas.openxmlformats.org/drawingml/2006/main">
            <a:r>
              <a:t>SHOW / DO</a:t>
            </a:r>
          </a:p>
          <a:p xmlns:a="http://schemas.openxmlformats.org/drawingml/2006/main">
            <a:r>
              <a:t>Show the Word title screenshot, then the current HTML syllabus. Point to navigation and readable headings. Keep the original private source and meeting credentials off the projected screen.</a:t>
            </a:r>
          </a:p>
          <a:p xmlns:a="http://schemas.openxmlformats.org/drawingml/2006/main">
            <a:r>
              <a:t/>
            </a:r>
          </a:p>
          <a:p xmlns:a="http://schemas.openxmlformats.org/drawingml/2006/main">
            <a:r>
              <a:t>IF IT STALLS</a:t>
            </a:r>
          </a:p>
          <a:p xmlns:a="http://schemas.openxmlformats.org/drawingml/2006/main">
            <a:r>
              <a:t>Use the two prepared screenshots on this slide. Explain what you would compare in a conversion.</a:t>
            </a:r>
          </a:p>
          <a:p xmlns:a="http://schemas.openxmlformats.org/drawingml/2006/main">
            <a:r>
              <a:t/>
            </a:r>
          </a:p>
          <a:p xmlns:a="http://schemas.openxmlformats.org/drawingml/2006/main">
            <a:r>
              <a:t>TRANSITION</a:t>
            </a:r>
          </a:p>
          <a:p xmlns:a="http://schemas.openxmlformats.org/drawingml/2006/main">
            <a:r>
              <a:t>The review checks individual values as well as the overall appearance.</a:t>
            </a:r>
          </a:p>
          <a:p xmlns:a="http://schemas.openxmlformats.org/drawingml/2006/main">
            <a:r>
              <a:t/>
            </a:r>
          </a:p>
          <a:p xmlns:a="http://schemas.openxmlformats.org/drawingml/2006/main">
            <a:r>
              <a:t>SOURCE</a:t>
            </a:r>
          </a:p>
          <a:p xmlns:a="http://schemas.openxmlformats.org/drawingml/2006/main">
            <a:r>
              <a:t>https://nimdvir.github.io/cce-2026/examples/syllabus/index.html</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35: 2. Checking the syllabus</a:t>
            </a:r>
          </a:p>
          <a:p xmlns:a="http://schemas.openxmlformats.org/drawingml/2006/main">
            <a:r>
              <a:t>TIME: 2:30 (includes any demo on this slide)</a:t>
            </a:r>
          </a:p>
          <a:p xmlns:a="http://schemas.openxmlformats.org/drawingml/2006/main">
            <a:r>
              <a:t>PURPOSE: Each grading component stays correct.</a:t>
            </a:r>
          </a:p>
          <a:p xmlns:a="http://schemas.openxmlformats.org/drawingml/2006/main">
            <a:r>
              <a:t>SAY</a:t>
            </a:r>
          </a:p>
          <a:p xmlns:a="http://schemas.openxmlformats.org/drawingml/2006/main">
            <a:r>
              <a:t>The current syllabus’s seven weights sum to 100. That total is necessary but not sufficient: two incorrect weights could still add to 100. Check each component against the authoritative source. The prepared edit changes “Course Schedule” to “Course Schedule and Deadlines.” Dates, policies, and weights remain outside that task. Inspect the diff and change report to see whether the scope was respected.</a:t>
            </a:r>
          </a:p>
          <a:p xmlns:a="http://schemas.openxmlformats.org/drawingml/2006/main">
            <a:r>
              <a:t>SHOW / DO</a:t>
            </a:r>
          </a:p>
          <a:p xmlns:a="http://schemas.openxmlformats.org/drawingml/2006/main">
            <a:r>
              <a:t>In the syllabus walkthrough, open the grading excerpt and the linked review files: syllabus-change.diff and syllabus-change-report.md. Point to the one heading change and the checks. Keep this prepared; a second live edit is optional only if ample time remains.</a:t>
            </a:r>
          </a:p>
          <a:p xmlns:a="http://schemas.openxmlformats.org/drawingml/2006/main">
            <a:r>
              <a:t/>
            </a:r>
          </a:p>
          <a:p xmlns:a="http://schemas.openxmlformats.org/drawingml/2006/main">
            <a:r>
              <a:t>IF IT STALLS</a:t>
            </a:r>
          </a:p>
          <a:p xmlns:a="http://schemas.openxmlformats.org/drawingml/2006/main">
            <a:r>
              <a:t>Read the before/after heading aloud and explain the component-by-component check using the displayed sum.</a:t>
            </a:r>
          </a:p>
          <a:p xmlns:a="http://schemas.openxmlformats.org/drawingml/2006/main">
            <a:r>
              <a:t/>
            </a:r>
          </a:p>
          <a:p xmlns:a="http://schemas.openxmlformats.org/drawingml/2006/main">
            <a:r>
              <a:t>TRANSITION</a:t>
            </a:r>
          </a:p>
          <a:p xmlns:a="http://schemas.openxmlformats.org/drawingml/2006/main">
            <a:r>
              <a:t>Data analysis adds another kind of review: what exactly was counted?</a:t>
            </a:r>
          </a:p>
          <a:p xmlns:a="http://schemas.openxmlformats.org/drawingml/2006/main">
            <a:r>
              <a:t/>
            </a:r>
          </a:p>
          <a:p xmlns:a="http://schemas.openxmlformats.org/drawingml/2006/main">
            <a:r>
              <a:t>SOURCE</a:t>
            </a:r>
          </a:p>
          <a:p xmlns:a="http://schemas.openxmlformats.org/drawingml/2006/main">
            <a:r>
              <a:t>https://nimdvir.github.io/cce-2026/examples/syllabus/index.html#review</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36: 3. One dataset, two reports</a:t>
            </a:r>
          </a:p>
          <a:p xmlns:a="http://schemas.openxmlformats.org/drawingml/2006/main">
            <a:r>
              <a:t>TIME: 2:00 (includes any demo on this slide)</a:t>
            </a:r>
          </a:p>
          <a:p xmlns:a="http://schemas.openxmlformats.org/drawingml/2006/main">
            <a:r>
              <a:t>PURPOSE: 2,436 form submissions; 9 columns</a:t>
            </a:r>
          </a:p>
          <a:p xmlns:a="http://schemas.openxmlformats.org/drawingml/2006/main">
            <a:r>
              <a:t>SAY</a:t>
            </a:r>
          </a:p>
          <a:p xmlns:a="http://schemas.openxmlformats.org/drawingml/2006/main">
            <a:r>
              <a:t>This export contains 2,436 parsed records and nine columns. It does not identify unique students. The two reports agree on eight main-session counts: 310, 318, 320, 302, 294, 291, 297, and 283. They selected dates with at least 50 submissions as sessions; 21 other date entries remain outside those groups. That threshold is a method choice. Also, a CSV record may contain line breaks, so counting physical lines is not a reliable row count.</a:t>
            </a:r>
          </a:p>
          <a:p xmlns:a="http://schemas.openxmlformats.org/drawingml/2006/main">
            <a:r>
              <a:t>SHOW / DO</a:t>
            </a:r>
          </a:p>
          <a:p xmlns:a="http://schemas.openxmlformats.org/drawingml/2006/main">
            <a:r>
              <a:t>Open the saved Claude and DeepSeek reports at their session charts. Show aggregate outputs only, not the raw CSV or free-text responses. Mention that the walkthrough checked the figures against the saved reports, not by rerunning both analysis scripts here.</a:t>
            </a:r>
          </a:p>
          <a:p xmlns:a="http://schemas.openxmlformats.org/drawingml/2006/main">
            <a:r>
              <a:t/>
            </a:r>
          </a:p>
          <a:p xmlns:a="http://schemas.openxmlformats.org/drawingml/2006/main">
            <a:r>
              <a:t>IF IT STALLS</a:t>
            </a:r>
          </a:p>
          <a:p xmlns:a="http://schemas.openxmlformats.org/drawingml/2006/main">
            <a:r>
              <a:t>Use the prepared chart. Note that the eight session counts sum to 2,415, with 21 other-date submissions giving 2,436.</a:t>
            </a:r>
          </a:p>
          <a:p xmlns:a="http://schemas.openxmlformats.org/drawingml/2006/main">
            <a:r>
              <a:t/>
            </a:r>
          </a:p>
          <a:p xmlns:a="http://schemas.openxmlformats.org/drawingml/2006/main">
            <a:r>
              <a:t>TRANSITION</a:t>
            </a:r>
          </a:p>
          <a:p xmlns:a="http://schemas.openxmlformats.org/drawingml/2006/main">
            <a:r>
              <a:t>Agreement on totals does not mean the reports ask every question in the same way.</a:t>
            </a:r>
          </a:p>
          <a:p xmlns:a="http://schemas.openxmlformats.org/drawingml/2006/main">
            <a:r>
              <a:t/>
            </a:r>
          </a:p>
          <a:p xmlns:a="http://schemas.openxmlformats.org/drawingml/2006/main">
            <a:r>
              <a:t>SOURCE</a:t>
            </a:r>
          </a:p>
          <a:p xmlns:a="http://schemas.openxmlformats.org/drawingml/2006/main">
            <a:r>
              <a:t>https://nimdvir.github.io/cce-2026/examples/data-analysis/index.html</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37: 3. Different denominators</a:t>
            </a:r>
          </a:p>
          <a:p xmlns:a="http://schemas.openxmlformats.org/drawingml/2006/main">
            <a:r>
              <a:t>TIME: 4:00 (includes any demo on this slide)</a:t>
            </a:r>
          </a:p>
          <a:p xmlns:a="http://schemas.openxmlformats.org/drawingml/2006/main">
            <a:r>
              <a:t>PURPOSE: Claude: 253 / 283 = about 89%</a:t>
            </a:r>
          </a:p>
          <a:p xmlns:a="http://schemas.openxmlformats.org/drawingml/2006/main">
            <a:r>
              <a:t>SAY</a:t>
            </a:r>
          </a:p>
          <a:p xmlns:a="http://schemas.openxmlformats.org/drawingml/2006/main">
            <a:r>
              <a:t>The practice-test results look like competing answers, but the selection rules differ. Claude uses all 283 answers in the selected session. DeepSeek uses 262 responses in a normalized question-family cluster. Before choosing a percentage, decide which population answers your question. Exact model versions and identical historical prompts have not been verified, so we cannot call this a controlled model comparison. The lesson is to document grouping rules, denominators, exclusions, and interpretation.</a:t>
            </a:r>
          </a:p>
          <a:p xmlns:a="http://schemas.openxmlformats.org/drawingml/2006/main">
            <a:r>
              <a:t>SHOW / DO</a:t>
            </a:r>
          </a:p>
          <a:p xmlns:a="http://schemas.openxmlformats.org/drawingml/2006/main">
            <a:r>
              <a:t>Show the two practice-test result cards from the walkthrough. Ask the audience, “What exactly was counted?” Then identify each denominator. If time permits, mention that absence-category differences also reflect keyword and rule-order choices. Show the reusable analysis prompt, not raw responses. Finish by asking what evidence would resolve the methodological choice.</a:t>
            </a:r>
          </a:p>
          <a:p xmlns:a="http://schemas.openxmlformats.org/drawingml/2006/main">
            <a:r>
              <a:t/>
            </a:r>
          </a:p>
          <a:p xmlns:a="http://schemas.openxmlformats.org/drawingml/2006/main">
            <a:r>
              <a:t>IF IT STALLS</a:t>
            </a:r>
          </a:p>
          <a:p xmlns:a="http://schemas.openxmlformats.org/drawingml/2006/main">
            <a:r>
              <a:t>Use the native numbers on this slide. Explain each denominator and ask which question the audience actually wants to answer.</a:t>
            </a:r>
          </a:p>
          <a:p xmlns:a="http://schemas.openxmlformats.org/drawingml/2006/main">
            <a:r>
              <a:t/>
            </a:r>
          </a:p>
          <a:p xmlns:a="http://schemas.openxmlformats.org/drawingml/2006/main">
            <a:r>
              <a:t>TRANSITION</a:t>
            </a:r>
          </a:p>
          <a:p xmlns:a="http://schemas.openxmlformats.org/drawingml/2006/main">
            <a:r>
              <a:t>The final project uses the same bounded tasks across a much larger system.</a:t>
            </a:r>
          </a:p>
          <a:p xmlns:a="http://schemas.openxmlformats.org/drawingml/2006/main">
            <a:r>
              <a:t/>
            </a:r>
          </a:p>
          <a:p xmlns:a="http://schemas.openxmlformats.org/drawingml/2006/main">
            <a:r>
              <a:t>SOURCE</a:t>
            </a:r>
          </a:p>
          <a:p xmlns:a="http://schemas.openxmlformats.org/drawingml/2006/main">
            <a:r>
              <a:t>https://nimdvir.github.io/cce-2026/examples/data-analysis/index.html#step-4</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38: 4. Interactive courseware</a:t>
            </a:r>
          </a:p>
          <a:p xmlns:a="http://schemas.openxmlformats.org/drawingml/2006/main">
            <a:r>
              <a:t>TIME: 3:00 (includes any demo on this slide)</a:t>
            </a:r>
          </a:p>
          <a:p xmlns:a="http://schemas.openxmlformats.org/drawingml/2006/main">
            <a:r>
              <a:t>PURPOSE: Chapters and labs become a learning environment.</a:t>
            </a:r>
          </a:p>
          <a:p xmlns:a="http://schemas.openxmlformats.org/drawingml/2006/main">
            <a:r>
              <a:t>SAY</a:t>
            </a:r>
          </a:p>
          <a:p xmlns:a="http://schemas.openxmlformats.org/drawingml/2006/main">
            <a:r>
              <a:t>This continuing project brings chapter content, activities, labs, and navigation together. The walkthrough describes Google Drive for working materials, GitHub for reviewed source history, React and TypeScript for the reader, Vite and content scripts for builds, Supabase for account access, and Vercel for hosting. Participants do not need to memorize the stack. The transferable process is to organize sources, make a bounded change, preview it, and verify the affected reading and access paths.</a:t>
            </a:r>
          </a:p>
          <a:p xmlns:a="http://schemas.openxmlformats.org/drawingml/2006/main">
            <a:r>
              <a:t>SHOW / DO</a:t>
            </a:r>
          </a:p>
          <a:p xmlns:a="http://schemas.openxmlformats.org/drawingml/2006/main">
            <a:r>
              <a:t>Tour the public landing page and learning structure for about three minutes. Use the walkthrough component table if useful. Do not open student accounts, modify access rules, or deploy. End the browser demonstration and return to the SWOT slide.</a:t>
            </a:r>
          </a:p>
          <a:p xmlns:a="http://schemas.openxmlformats.org/drawingml/2006/main">
            <a:r>
              <a:t/>
            </a:r>
          </a:p>
          <a:p xmlns:a="http://schemas.openxmlformats.org/drawingml/2006/main">
            <a:r>
              <a:t>IF IT STALLS</a:t>
            </a:r>
          </a:p>
          <a:p xmlns:a="http://schemas.openxmlformats.org/drawingml/2006/main">
            <a:r>
              <a:t>Use the prepared landing-page screenshot and explain content, interface, access, and hosting in plain language.</a:t>
            </a:r>
          </a:p>
          <a:p xmlns:a="http://schemas.openxmlformats.org/drawingml/2006/main">
            <a:r>
              <a:t/>
            </a:r>
          </a:p>
          <a:p xmlns:a="http://schemas.openxmlformats.org/drawingml/2006/main">
            <a:r>
              <a:t>TRANSITION</a:t>
            </a:r>
          </a:p>
          <a:p xmlns:a="http://schemas.openxmlformats.org/drawingml/2006/main">
            <a:r>
              <a:t>These examples show both the opportunity and the responsibility.</a:t>
            </a:r>
          </a:p>
          <a:p xmlns:a="http://schemas.openxmlformats.org/drawingml/2006/main">
            <a:r>
              <a:t/>
            </a:r>
          </a:p>
          <a:p xmlns:a="http://schemas.openxmlformats.org/drawingml/2006/main">
            <a:r>
              <a:t>SOURCE</a:t>
            </a:r>
          </a:p>
          <a:p xmlns:a="http://schemas.openxmlformats.org/drawingml/2006/main">
            <a:r>
              <a:t>https://nimdvir.github.io/cce-2026/examples/courseware/index.html</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39: Agents: a SWOT view</a:t>
            </a:r>
          </a:p>
          <a:p xmlns:a="http://schemas.openxmlformats.org/drawingml/2006/main">
            <a:r>
              <a:t>TIME: 1:30 (includes any demo on this slide)</a:t>
            </a:r>
          </a:p>
          <a:p xmlns:a="http://schemas.openxmlformats.org/drawingml/2006/main">
            <a:r>
              <a:t>PURPOSE: Strengths: Multi-step work with files and tools</a:t>
            </a:r>
          </a:p>
          <a:p xmlns:a="http://schemas.openxmlformats.org/drawingml/2006/main">
            <a:r>
              <a:t>SAY</a:t>
            </a:r>
          </a:p>
          <a:p xmlns:a="http://schemas.openxmlformats.org/drawingml/2006/main">
            <a:r>
              <a:t>Agents can make file-based work faster and help us build things we could not previously build. They can also make plausible errors at scale. Use reviewed sources, clear boundaries, checkpoints, and output checks. Know where data is processed, follow institutional requirements, and keep sensitive student information out of public demonstrations. For grading assistance, an agent can organize evidence against a rubric and draft feedback, while the instructor reviews the evidence and decides. This is a possible workflow, not a grading demonstration we ran today. Delegate work, not responsibility.</a:t>
            </a:r>
          </a:p>
          <a:p xmlns:a="http://schemas.openxmlformats.org/drawingml/2006/main">
            <a:r>
              <a:t>SHOW / DO</a:t>
            </a:r>
          </a:p>
          <a:p xmlns:a="http://schemas.openxmlformats.org/drawingml/2006/main">
            <a:r>
              <a:t>Read one point in each quadrant. Ask which risk the audience would want to control first. Connect each risk to a concrete safeguard instead of ending with generic caution.</a:t>
            </a:r>
          </a:p>
          <a:p xmlns:a="http://schemas.openxmlformats.org/drawingml/2006/main">
            <a:r>
              <a:t/>
            </a:r>
          </a:p>
          <a:p xmlns:a="http://schemas.openxmlformats.org/drawingml/2006/main">
            <a:r>
              <a:t>TRANSITION</a:t>
            </a:r>
          </a:p>
          <a:p xmlns:a="http://schemas.openxmlformats.org/drawingml/2006/main">
            <a:r>
              <a:t>The companion site contains the material you can take away.</a:t>
            </a:r>
          </a:p>
          <a:p xmlns:a="http://schemas.openxmlformats.org/drawingml/2006/main">
            <a:r>
              <a:t/>
            </a:r>
          </a:p>
          <a:p xmlns:a="http://schemas.openxmlformats.org/drawingml/2006/main">
            <a:r>
              <a:t>SOURCE</a:t>
            </a:r>
          </a:p>
          <a:p xmlns:a="http://schemas.openxmlformats.org/drawingml/2006/main">
            <a:r>
              <a:t>https://nimdvir.github.io/cce-2026/explanation.html#responsible-use</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40: Take it with you</a:t>
            </a:r>
          </a:p>
          <a:p xmlns:a="http://schemas.openxmlformats.org/drawingml/2006/main">
            <a:r>
              <a:t>TIME: 0:35 (includes any demo on this slide)</a:t>
            </a:r>
          </a:p>
          <a:p xmlns:a="http://schemas.openxmlformats.org/drawingml/2006/main">
            <a:r>
              <a:t>PURPOSE: Choose one small, recurring task.</a:t>
            </a:r>
          </a:p>
          <a:p xmlns:a="http://schemas.openxmlformats.org/drawingml/2006/main">
            <a:r>
              <a:t>SAY</a:t>
            </a:r>
          </a:p>
          <a:p xmlns:a="http://schemas.openxmlformats.org/drawingml/2006/main">
            <a:r>
              <a:t>The site contains definitions, setup help, walkthroughs, and reusable prompts. Pick one small task where you already know what a good result looks like. Give the agent the relevant files, define the boundaries, and inspect the result. Save the prompt and instructions that helped. Begin with a manageable task before expanding to a whole course or system.</a:t>
            </a:r>
          </a:p>
          <a:p xmlns:a="http://schemas.openxmlformats.org/drawingml/2006/main">
            <a:r>
              <a:t>SHOW / DO</a:t>
            </a:r>
          </a:p>
          <a:p xmlns:a="http://schemas.openxmlformats.org/drawingml/2006/main">
            <a:r>
              <a:t>Leave the QR visible long enough to scan. The short URL is clickable; the companion site also links to the public repository. Avoid promising recordings or resources that have not been prepared.</a:t>
            </a:r>
          </a:p>
          <a:p xmlns:a="http://schemas.openxmlformats.org/drawingml/2006/main">
            <a:r>
              <a:t/>
            </a:r>
          </a:p>
          <a:p xmlns:a="http://schemas.openxmlformats.org/drawingml/2006/main">
            <a:r>
              <a:t>TRANSITION</a:t>
            </a:r>
          </a:p>
          <a:p xmlns:a="http://schemas.openxmlformats.org/drawingml/2006/main">
            <a:r>
              <a:t>What would you try, and what would you check?</a:t>
            </a:r>
          </a:p>
          <a:p xmlns:a="http://schemas.openxmlformats.org/drawingml/2006/main">
            <a:r>
              <a:t/>
            </a:r>
          </a:p>
          <a:p xmlns:a="http://schemas.openxmlformats.org/drawingml/2006/main">
            <a:r>
              <a:t>SOURCE</a:t>
            </a:r>
          </a:p>
          <a:p xmlns:a="http://schemas.openxmlformats.org/drawingml/2006/main">
            <a:r>
              <a:t>https://nimdvir.github.io/cce-2026/examples.html#resources</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41: Questions and thank you</a:t>
            </a:r>
          </a:p>
          <a:p xmlns:a="http://schemas.openxmlformats.org/drawingml/2006/main">
            <a:r>
              <a:t>TIME: 0:20 (includes any demo on this slide)</a:t>
            </a:r>
          </a:p>
          <a:p xmlns:a="http://schemas.openxmlformats.org/drawingml/2006/main">
            <a:r>
              <a:t>PURPOSE: Which recurring task would you try?</a:t>
            </a:r>
          </a:p>
          <a:p xmlns:a="http://schemas.openxmlformats.org/drawingml/2006/main">
            <a:r>
              <a:t>SAY</a:t>
            </a:r>
          </a:p>
          <a:p xmlns:a="http://schemas.openxmlformats.org/drawingml/2006/main">
            <a:r>
              <a:t>Thank you. I would like to hear about one recurring task you might try and the evidence you would want before trusting the output. If someone asks about a tool or model we did not test, distinguish the general workflow from a configuration that needs checking. Invite follow-up through the contact information here.</a:t>
            </a:r>
          </a:p>
          <a:p xmlns:a="http://schemas.openxmlformats.org/drawingml/2006/main">
            <a:r>
              <a:t>SHOW / DO</a:t>
            </a:r>
          </a:p>
          <a:p xmlns:a="http://schemas.openxmlformats.org/drawingml/2006/main">
            <a:r>
              <a:t>Use the remaining time for questions. Return to the QR slide if someone needs the site link. Q&amp;A time is additional to the planned presentation route.</a:t>
            </a:r>
          </a:p>
          <a:p xmlns:a="http://schemas.openxmlformats.org/drawingml/2006/main">
            <a:r>
              <a:t/>
            </a:r>
          </a:p>
          <a:p xmlns:a="http://schemas.openxmlformats.org/drawingml/2006/main">
            <a:r>
              <a:t>SOURCE</a:t>
            </a:r>
          </a:p>
          <a:p xmlns:a="http://schemas.openxmlformats.org/drawingml/2006/main">
            <a:r>
              <a:t>https://nimdvir.github.io/cce-2026/about.html</a:t>
            </a:r>
          </a:p>
          <a:p xmlns:a="http://schemas.openxmlformats.org/drawingml/2006/main">
            <a:r>
              <a:t>Current project materials reviewed September 30, 2026. Screenshots are prepared examples and may differ from the installed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0c834c0af24362" /><Relationship Type="http://schemas.openxmlformats.org/officeDocument/2006/relationships/image" Target="/ppt/media/image.jpeg" Id="Rec7f1e615d5f41fc" /><Relationship Type="http://schemas.openxmlformats.org/officeDocument/2006/relationships/image" Target="/ppt/media/image.png" Id="Re5e9b955742e498f" /><Relationship Type="http://schemas.openxmlformats.org/officeDocument/2006/relationships/image" Target="/ppt/media/image2.png" Id="Ra9f724f9464d4309" /><Relationship Type="http://schemas.openxmlformats.org/officeDocument/2006/relationships/image" Target="/ppt/media/image3.png" Id="R86114e5906f44e76" /><Relationship Type="http://schemas.openxmlformats.org/officeDocument/2006/relationships/image" Target="/ppt/media/image.svg" Id="Rba2fef5fbbc9492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81548a57369404e" /><Relationship Type="http://schemas.openxmlformats.org/officeDocument/2006/relationships/image" Target="/ppt/media/image4.png" Id="Rf5d1feb6662741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790a6d3cf99406e" /><Relationship Type="http://schemas.openxmlformats.org/officeDocument/2006/relationships/image" Target="/ppt/media/image5.png" Id="R351fa917d85240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275e819c2047d5" /><Relationship Type="http://schemas.openxmlformats.org/officeDocument/2006/relationships/image" Target="/ppt/media/image5.png" Id="Rbca5f5792b3441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c9f3b4380e3447c" /><Relationship Type="http://schemas.openxmlformats.org/officeDocument/2006/relationships/image" Target="/ppt/media/image5.png" Id="R004606709cb741c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7f78ab4c1e843ea" /><Relationship Type="http://schemas.openxmlformats.org/officeDocument/2006/relationships/image" Target="/ppt/media/image5.png" Id="R59a25d144828453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b3d48ddf21e4304" /><Relationship Type="http://schemas.openxmlformats.org/officeDocument/2006/relationships/image" Target="/ppt/media/image5.png" Id="R6698fe580c93432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527ce9e74ce45d2" /><Relationship Type="http://schemas.openxmlformats.org/officeDocument/2006/relationships/image" Target="/ppt/media/image5.png" Id="Raba8a6bbb37e479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62b3fabb25d4a00" /><Relationship Type="http://schemas.openxmlformats.org/officeDocument/2006/relationships/image" Target="/ppt/media/image5.png" Id="Rfa688a6809da4f8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eaa3e1429b341e9" /><Relationship Type="http://schemas.openxmlformats.org/officeDocument/2006/relationships/image" Target="/ppt/media/image5.png" Id="R40335ef20e3e4fe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4e6e08a5bad46b4" /><Relationship Type="http://schemas.openxmlformats.org/officeDocument/2006/relationships/image" Target="/ppt/media/image5.png" Id="R654ac087a32b41cc"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ce68a88f393c48b9" /><Relationship Type="http://schemas.openxmlformats.org/officeDocument/2006/relationships/image" Target="/ppt/media/image5.png" Id="R39a24e2eb7894135"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95f51d22a7344e0e" /><Relationship Type="http://schemas.openxmlformats.org/officeDocument/2006/relationships/image" Target="/ppt/media/image5.png" Id="R29375acae4384cef" /><Relationship Type="http://schemas.openxmlformats.org/officeDocument/2006/relationships/image" Target="/ppt/media/image6.png" Id="R51022f13059643d2" /><Relationship Type="http://schemas.openxmlformats.org/officeDocument/2006/relationships/image" Target="/ppt/media/image7.png" Id="R2329b94571874fc0" /><Relationship Type="http://schemas.openxmlformats.org/officeDocument/2006/relationships/image" Target="/ppt/media/image8.png" Id="Rfd4789d3c999450a" /></Relationships>
</file>

<file path=ppt/slideLayouts/slideLayout1.xml><?xml version="1.0" encoding="utf-8"?>
<p:sldLayout xmlns:p="http://schemas.openxmlformats.org/presentationml/2006/main" preserve="1" userDrawn="1">
  <p:cSld name="Event Title">
    <p:spTree>
      <p:nvGrpSpPr>
        <p:cNvPr id="1" name=""/>
        <p:cNvGrpSpPr/>
        <p:nvPr/>
      </p:nvGrpSpPr>
      <p:grpSpPr>
        <a:xfrm xmlns:a="http://schemas.openxmlformats.org/drawingml/2006/main"/>
      </p:grpSpPr>
      <p:pic>
        <p:nvPicPr>
          <p:cNvPr id="18" name="Picture 1"/>
          <p:cNvPicPr>
            <a:picLocks xmlns:a="http://schemas.openxmlformats.org/drawingml/2006/main" noChangeAspect="1"/>
          </p:cNvPicPr>
          <p:nvPr/>
        </p:nvPicPr>
        <p:blipFill>
          <a:blip xmlns:r="http://schemas.openxmlformats.org/officeDocument/2006/relationships" xmlns:a="http://schemas.openxmlformats.org/drawingml/2006/main" r:embed="Rec7f1e615d5f41fc"/>
          <a:srcRect xmlns:a="http://schemas.openxmlformats.org/drawingml/2006/main" l="15760" t="15963" r="0" b="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19" name="Picture 2"/>
          <p:cNvPicPr>
            <a:picLocks xmlns:a="http://schemas.openxmlformats.org/drawingml/2006/main" noChangeAspect="1"/>
          </p:cNvPicPr>
          <p:nvPr/>
        </p:nvPicPr>
        <p:blipFill>
          <a:blip xmlns:r="http://schemas.openxmlformats.org/officeDocument/2006/relationships" xmlns:a="http://schemas.openxmlformats.org/drawingml/2006/main" r:embed="Re5e9b955742e498f"/>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20" name="Picture 3"/>
          <p:cNvPicPr>
            <a:picLocks xmlns:a="http://schemas.openxmlformats.org/drawingml/2006/main" noChangeAspect="1"/>
          </p:cNvPicPr>
          <p:nvPr/>
        </p:nvPicPr>
        <p:blipFill>
          <a:blip xmlns:r="http://schemas.openxmlformats.org/officeDocument/2006/relationships" xmlns:a="http://schemas.openxmlformats.org/drawingml/2006/main" r:embed="Ra9f724f9464d4309"/>
          <a:srcRect xmlns:a="http://schemas.openxmlformats.org/drawingml/2006/main" l="15797" t="15934" r="-4" b="0"/>
          <a:stretch xmlns:a="http://schemas.openxmlformats.org/drawingml/2006/main">
            <a:fillRect l="0" t="0" r="0" b="0"/>
          </a:stretch>
        </p:blipFill>
        <p:spPr>
          <a:xfrm xmlns:a="http://schemas.openxmlformats.org/drawingml/2006/main">
            <a:off x="0" y="-5301"/>
            <a:ext cx="12192000" cy="6863301"/>
          </a:xfrm>
          <a:prstGeom xmlns:a="http://schemas.openxmlformats.org/drawingml/2006/main" prst="rect">
            <a:avLst/>
          </a:prstGeom>
        </p:spPr>
      </p:pic>
      <p:pic>
        <p:nvPicPr>
          <p:cNvPr id="21" name="Graphic 8"/>
          <p:cNvPicPr>
            <a:picLocks xmlns:a="http://schemas.openxmlformats.org/drawingml/2006/main" noChangeAspect="1"/>
          </p:cNvPicPr>
          <p:nvPr/>
        </p:nvPicPr>
        <p:blipFill>
          <a:blip xmlns:r="http://schemas.openxmlformats.org/officeDocument/2006/relationships" xmlns:a="http://schemas.openxmlformats.org/drawingml/2006/main" r:embed="R86114e5906f44e76">
            <a:extLst>
              <a:ext uri="{96DAC541-7B7A-43D3-8B79-37D633B846F1}">
                <asvg:svgBlip xmlns:asvg="http://schemas.microsoft.com/office/drawing/2016/SVG/main" r:embed="Rba2fef5fbbc94925"/>
              </a:ext>
            </a:extLst>
          </a:blip>
          <a:stretch xmlns:a="http://schemas.openxmlformats.org/drawingml/2006/main">
            <a:fillRect l="0" t="0" r="0" b="0"/>
          </a:stretch>
        </p:blipFill>
        <p:spPr>
          <a:xfrm xmlns:a="http://schemas.openxmlformats.org/drawingml/2006/main">
            <a:off x="757332" y="695057"/>
            <a:ext cx="3492500" cy="1092200"/>
          </a:xfrm>
          <a:prstGeom xmlns:a="http://schemas.openxmlformats.org/drawingml/2006/main" prst="rect">
            <a:avLst/>
          </a:prstGeom>
        </p:spPr>
      </p:pic>
      <p:sp>
        <p:nvSpPr>
          <p:cNvPr id="12" name="Title 3">
            <a:extLst xmlns:a="http://schemas.openxmlformats.org/drawingml/2006/main">
              <a:ext uri="{FF2B5EF4-FFF2-40B4-BE49-F238E27FC236}">
                <a16:creationId xmlns:a16="http://schemas.microsoft.com/office/drawing/2014/main" id="{06021EC5-786D-C058-3816-DA650DD7AE61}"/>
              </a:ext>
            </a:extLst>
          </p:cNvPr>
          <p:cNvSpPr>
            <a:spLocks xmlns:a="http://schemas.openxmlformats.org/drawingml/2006/main" noGrp="1"/>
          </p:cNvSpPr>
          <p:nvPr/>
        </p:nvSpPr>
        <p:spPr>
          <a:xfrm xmlns:a="http://schemas.openxmlformats.org/drawingml/2006/main">
            <a:off x="907311" y="2060702"/>
            <a:ext cx="3566453" cy="927188"/>
          </a:xfrm>
          <a:prstGeom xmlns:a="http://schemas.openxmlformats.org/drawingml/2006/main" prst="rect">
            <a:avLst/>
          </a:prstGeom>
        </p:spPr>
        <p:txBody>
          <a:bodyPr xmlns:a="http://schemas.openxmlformats.org/drawingml/2006/main" anchor="b">
            <a:normAutofit fontScale="92500" lnSpcReduction="10000"/>
          </a:bodyPr>
          <a:lstStyle xmlns:a="http://schemas.openxmlformats.org/drawingml/2006/main">
            <a:lvl1pPr algn="l" defTabSz="914400">
              <a:lnSpc>
                <a:spcPct val="90000"/>
              </a:lnSpc>
              <a:spcBef>
                <a:spcPct val="0"/>
              </a:spcBef>
              <a:buNone/>
              <a:defRPr sz="3600" b="1" i="0" kern="1200" baseline="0">
                <a:solidFill>
                  <a:schemeClr val="bg1"/>
                </a:solidFill>
                <a:latin typeface="Inter"/>
                <a:ea typeface="Inter"/>
                <a:cs typeface="Inter"/>
              </a:defRPr>
            </a:lvl1pPr>
          </a:lstStyle>
          <a:p xmlns:a="http://schemas.openxmlformats.org/drawingml/2006/main">
            <a:br/>
            <a:r>
              <a:rPr b="0" i="0">
                <a:latin typeface="Inter Light"/>
                <a:ea typeface="Inter Light"/>
                <a:cs typeface="Inter Light"/>
              </a:rPr>
              <a:t>2026</a:t>
            </a:r>
          </a:p>
        </p:txBody>
      </p:sp>
      <p:sp>
        <p:nvSpPr>
          <p:cNvPr id="7" name="TextBox 6">
            <a:extLst xmlns:a="http://schemas.openxmlformats.org/drawingml/2006/main">
              <a:ext uri="{FF2B5EF4-FFF2-40B4-BE49-F238E27FC236}">
                <a16:creationId xmlns:a16="http://schemas.microsoft.com/office/drawing/2014/main" id="{5C6346D2-8ECA-F3F6-0E62-58546FA9ECE4}"/>
              </a:ext>
            </a:extLst>
          </p:cNvPr>
          <p:cNvSpPr>
            <a:spLocks xmlns:a="http://schemas.openxmlformats.org/drawingml/2006/main" noGrp="1"/>
          </p:cNvSpPr>
          <p:nvPr/>
        </p:nvSpPr>
        <p:spPr>
          <a:xfrm xmlns:a="http://schemas.openxmlformats.org/drawingml/2006/main">
            <a:off x="856498" y="2970796"/>
            <a:ext cx="3342521" cy="175432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3600" b="1">
                <a:solidFill>
                  <a:schemeClr val="bg1"/>
                </a:solidFill>
                <a:latin typeface="Inter"/>
                <a:ea typeface="Inter"/>
                <a:cs typeface="Inter"/>
              </a:rPr>
              <a:t>Cengage</a:t>
            </a:r>
            <a:br>
              <a:rPr sz="3600" b="1">
                <a:solidFill>
                  <a:schemeClr val="bg1"/>
                </a:solidFill>
                <a:latin typeface="Inter"/>
                <a:ea typeface="Inter"/>
                <a:cs typeface="Inter"/>
              </a:rPr>
            </a:br>
            <a:r>
              <a:rPr sz="3600" b="1">
                <a:solidFill>
                  <a:schemeClr val="bg1"/>
                </a:solidFill>
                <a:latin typeface="Inter"/>
                <a:ea typeface="Inter"/>
                <a:cs typeface="Inter"/>
              </a:rPr>
              <a:t>Computing</a:t>
            </a:r>
            <a:br>
              <a:rPr sz="3600" b="1">
                <a:solidFill>
                  <a:schemeClr val="bg1"/>
                </a:solidFill>
                <a:latin typeface="Inter"/>
                <a:ea typeface="Inter"/>
                <a:cs typeface="Inter"/>
              </a:rPr>
            </a:br>
            <a:r>
              <a:rPr sz="3600" b="1">
                <a:solidFill>
                  <a:schemeClr val="bg1"/>
                </a:solidFill>
                <a:latin typeface="Inter"/>
                <a:ea typeface="Inter"/>
                <a:cs typeface="Inter"/>
              </a:rPr>
              <a:t>Experience</a:t>
            </a:r>
          </a:p>
        </p:txBody>
      </p:sp>
      <p:sp>
        <p:nvSpPr>
          <p:cNvPr id="13" name="TextBox 12">
            <a:extLst xmlns:a="http://schemas.openxmlformats.org/drawingml/2006/main">
              <a:ext uri="{FF2B5EF4-FFF2-40B4-BE49-F238E27FC236}">
                <a16:creationId xmlns:a16="http://schemas.microsoft.com/office/drawing/2014/main" id="{DE014B36-708B-6C3F-D9FC-CD22BDEF84C2}"/>
              </a:ext>
            </a:extLst>
          </p:cNvPr>
          <p:cNvSpPr>
            <a:spLocks xmlns:a="http://schemas.openxmlformats.org/drawingml/2006/main" noGrp="1"/>
          </p:cNvSpPr>
          <p:nvPr/>
        </p:nvSpPr>
        <p:spPr>
          <a:xfrm xmlns:a="http://schemas.openxmlformats.org/drawingml/2006/main">
            <a:off x="856498" y="4734057"/>
            <a:ext cx="3342521"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buNone/>
            </a:pPr>
            <a:r>
              <a:rPr sz="1800">
                <a:solidFill>
                  <a:schemeClr val="accent4"/>
                </a:solidFill>
                <a:latin typeface="Inter"/>
                <a:ea typeface="Inter"/>
                <a:cs typeface="Inter"/>
              </a:rPr>
              <a:t>Future-Focused Education,</a:t>
            </a:r>
          </a:p>
          <a:p xmlns:a="http://schemas.openxmlformats.org/drawingml/2006/main">
            <a:pPr lvl="0">
              <a:buNone/>
            </a:pPr>
            <a:r>
              <a:rPr sz="1800">
                <a:solidFill>
                  <a:schemeClr val="accent4"/>
                </a:solidFill>
                <a:latin typeface="Inter"/>
                <a:ea typeface="Inter"/>
                <a:cs typeface="Inter"/>
              </a:rPr>
              <a:t>Career-Ready Graduates</a:t>
            </a:r>
          </a:p>
        </p:txBody>
      </p:sp>
    </p:spTree>
  </p:cSld>
</p:sldLayout>
</file>

<file path=ppt/slideLayouts/slideLayout2.xml><?xml version="1.0" encoding="utf-8"?>
<p:sldLayout xmlns:p="http://schemas.openxmlformats.org/presentationml/2006/main" preserve="1" userDrawn="1">
  <p:cSld name="Session Title">
    <p:spTree>
      <p:nvGrpSpPr>
        <p:cNvPr id="1" name=""/>
        <p:cNvGrpSpPr/>
        <p:nvPr/>
      </p:nvGrpSpPr>
      <p:grpSpPr>
        <a:xfrm xmlns:a="http://schemas.openxmlformats.org/drawingml/2006/main"/>
      </p:grpSpPr>
      <p:pic>
        <p:nvPicPr>
          <p:cNvPr id="29" name="Picture 29"/>
          <p:cNvPicPr>
            <a:picLocks xmlns:a="http://schemas.openxmlformats.org/drawingml/2006/main" noChangeAspect="1"/>
          </p:cNvPicPr>
          <p:nvPr/>
        </p:nvPicPr>
        <p:blipFill>
          <a:blip xmlns:r="http://schemas.openxmlformats.org/officeDocument/2006/relationships" xmlns:a="http://schemas.openxmlformats.org/drawingml/2006/main" r:embed="Rf5d1feb6662741db"/>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6" name="Title 3">
            <a:extLst xmlns:a="http://schemas.openxmlformats.org/drawingml/2006/main">
              <a:ext uri="{FF2B5EF4-FFF2-40B4-BE49-F238E27FC236}">
                <a16:creationId xmlns:a16="http://schemas.microsoft.com/office/drawing/2014/main" id="{8416C805-9827-17FC-59E2-D663CEE8225F}"/>
              </a:ext>
            </a:extLst>
          </p:cNvPr>
          <p:cNvSpPr>
            <a:spLocks xmlns:a="http://schemas.openxmlformats.org/drawingml/2006/main" noGrp="1"/>
          </p:cNvSpPr>
          <p:nvPr>
            <p:ph type="title" idx="0" hasCustomPrompt="1"/>
          </p:nvPr>
        </p:nvSpPr>
        <p:spPr>
          <a:xfrm xmlns:a="http://schemas.openxmlformats.org/drawingml/2006/main">
            <a:off x="838200" y="815239"/>
            <a:ext cx="5761038" cy="3135174"/>
          </a:xfrm>
          <a:prstGeom xmlns:a="http://schemas.openxmlformats.org/drawingml/2006/main" prst="rect">
            <a:avLst/>
          </a:prstGeom>
        </p:spPr>
        <p:txBody>
          <a:bodyPr xmlns:a="http://schemas.openxmlformats.org/drawingml/2006/main" anchor="b">
            <a:normAutofit/>
          </a:bodyPr>
          <a:lstStyle xmlns:a="http://schemas.openxmlformats.org/drawingml/2006/main">
            <a:lvl1pPr>
              <a:buNone/>
              <a:defRPr sz="4800" b="1">
                <a:solidFill>
                  <a:schemeClr val="tx1"/>
                </a:solidFill>
                <a:latin typeface="Inter"/>
                <a:ea typeface="Inter"/>
                <a:cs typeface="Inter"/>
              </a:defRPr>
            </a:lvl1pPr>
          </a:lstStyle>
          <a:p xmlns:a="http://schemas.openxmlformats.org/drawingml/2006/main">
            <a:r>
              <a:t>Session Title</a:t>
            </a:r>
          </a:p>
        </p:txBody>
      </p:sp>
      <p:sp>
        <p:nvSpPr>
          <p:cNvPr id="27" name="Text Placeholder 6">
            <a:extLst xmlns:a="http://schemas.openxmlformats.org/drawingml/2006/main">
              <a:ext uri="{FF2B5EF4-FFF2-40B4-BE49-F238E27FC236}">
                <a16:creationId xmlns:a16="http://schemas.microsoft.com/office/drawing/2014/main" id="{BE5E557E-6D05-5014-330E-D05FB40E65B9}"/>
              </a:ext>
            </a:extLst>
          </p:cNvPr>
          <p:cNvSpPr>
            <a:spLocks xmlns:a="http://schemas.openxmlformats.org/drawingml/2006/main" noGrp="1"/>
          </p:cNvSpPr>
          <p:nvPr>
            <p:ph type="body" idx="10" hasCustomPrompt="1"/>
          </p:nvPr>
        </p:nvSpPr>
        <p:spPr>
          <a:xfrm xmlns:a="http://schemas.openxmlformats.org/drawingml/2006/main">
            <a:off x="838200" y="4121652"/>
            <a:ext cx="5761038" cy="365125"/>
          </a:xfrm>
          <a:prstGeom xmlns:a="http://schemas.openxmlformats.org/drawingml/2006/main" prst="rect">
            <a:avLst/>
          </a:prstGeom>
          <a:noFill xmlns:a="http://schemas.openxmlformats.org/drawingml/2006/main"/>
        </p:spPr>
        <p:txBody>
          <a:bodyPr xmlns:a="http://schemas.openxmlformats.org/drawingml/2006/main" anchor="b">
            <a:normAutofit/>
          </a:bodyPr>
          <a:lstStyle xmlns:a="http://schemas.openxmlformats.org/drawingml/2006/main">
            <a:lvl1pPr>
              <a:buNone/>
              <a:defRPr sz="2000">
                <a:solidFill>
                  <a:schemeClr val="accent3"/>
                </a:solidFill>
                <a:latin typeface="Inter"/>
                <a:ea typeface="Inter"/>
                <a:cs typeface="Inter"/>
              </a:defRPr>
            </a:lvl1pPr>
          </a:lstStyle>
          <a:p xmlns:a="http://schemas.openxmlformats.org/drawingml/2006/main">
            <a:pPr lvl="0">
              <a:buNone/>
            </a:pPr>
            <a:r>
              <a:t>Presenter(s)</a:t>
            </a:r>
          </a:p>
        </p:txBody>
      </p:sp>
    </p:spTree>
  </p:cSld>
</p:sldLayout>
</file>

<file path=ppt/slideLayouts/slideLayout3.xml><?xml version="1.0" encoding="utf-8"?>
<p:sldLayout xmlns:p="http://schemas.openxmlformats.org/presentationml/2006/main" preserve="1" userDrawn="1">
  <p:cSld name="2_Text with footer">
    <p:spTree>
      <p:nvGrpSpPr>
        <p:cNvPr id="1" name=""/>
        <p:cNvGrpSpPr/>
        <p:nvPr/>
      </p:nvGrpSpPr>
      <p:grpSpPr>
        <a:xfrm xmlns:a="http://schemas.openxmlformats.org/drawingml/2006/main"/>
      </p:grpSpPr>
      <p:pic>
        <p:nvPicPr>
          <p:cNvPr id="9" name="Picture 9"/>
          <p:cNvPicPr>
            <a:picLocks xmlns:a="http://schemas.openxmlformats.org/drawingml/2006/main" noChangeAspect="1"/>
          </p:cNvPicPr>
          <p:nvPr/>
        </p:nvPicPr>
        <p:blipFill>
          <a:blip xmlns:r="http://schemas.openxmlformats.org/officeDocument/2006/relationships" xmlns:a="http://schemas.openxmlformats.org/drawingml/2006/main" r:embed="R351fa917d852403c"/>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lideNo">
            <a:extLst xmlns:a="http://schemas.openxmlformats.org/drawingml/2006/main">
              <a:ext uri="{FF2B5EF4-FFF2-40B4-BE49-F238E27FC236}">
                <a16:creationId xmlns:a16="http://schemas.microsoft.com/office/drawing/2014/main" id="{28041D31-21AC-8559-C6C4-25762B8CC496}"/>
              </a:ext>
            </a:extLst>
          </p:cNvPr>
          <p:cNvSpPr>
            <a:spLocks xmlns:a="http://schemas.openxmlformats.org/drawingml/2006/main" noGrp="1"/>
          </p:cNvSpPr>
          <p:nvPr/>
        </p:nvSpPr>
        <p:spPr>
          <a:xfrm xmlns:a="http://schemas.openxmlformats.org/drawingml/2006/main">
            <a:off x="11350046" y="6417917"/>
            <a:ext cx="457200" cy="215252"/>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lvl1pPr marL="0" algn="ctr" defTabSz="457200">
              <a:buNone/>
              <a:defRPr sz="1400" kern="1200">
                <a:solidFill>
                  <a:schemeClr val="tx1">
                    <a:lumMod val="50000"/>
                    <a:lumOff val="50000"/>
                  </a:schemeClr>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marL="0" marR="0" lvl="0" indent="0" algn="r" defTabSz="457200">
              <a:lnSpc>
                <a:spcPct val="150000"/>
              </a:lnSpc>
              <a:spcBef>
                <a:spcPts val="0"/>
              </a:spcBef>
              <a:spcAft>
                <a:spcPts val="0"/>
              </a:spcAft>
              <a:buClrTx/>
              <a:buSzTx/>
              <a:buFontTx/>
              <a:buNone/>
            </a:pPr>
            <a:fld id="{F2030FAF-A4A4-40ED-9EAC-96740896EED7}" type="slidenum">
              <a:rPr sz="1050" b="1" i="0">
                <a:solidFill>
                  <a:schemeClr val="bg1"/>
                </a:solidFill>
                <a:latin typeface="Inter"/>
                <a:ea typeface="Inter"/>
                <a:cs typeface="Inter"/>
              </a:rPr>
              <a:t>‹#›</a:t>
            </a:fld>
            <a:endParaRPr sz="1050" b="1" i="0">
              <a:solidFill>
                <a:schemeClr val="bg1"/>
              </a:solidFill>
              <a:latin typeface="Inter"/>
              <a:ea typeface="Inter"/>
              <a:cs typeface="Inter"/>
            </a:endParaRPr>
          </a:p>
        </p:txBody>
      </p:sp>
      <p:sp>
        <p:nvSpPr>
          <p:cNvPr id="5" name="Straight Connector 4">
            <a:extLst xmlns:a="http://schemas.openxmlformats.org/drawingml/2006/main">
              <a:ext uri="{FF2B5EF4-FFF2-40B4-BE49-F238E27FC236}">
                <a16:creationId xmlns:a16="http://schemas.microsoft.com/office/drawing/2014/main" id="{4AB64B29-8481-475E-A0D2-CFD709DC6E16}"/>
              </a:ext>
            </a:extLst>
          </p:cNvPr>
          <p:cNvSpPr>
            <a:spLocks xmlns:a="http://schemas.openxmlformats.org/drawingml/2006/main" noGrp="1"/>
          </p:cNvSpPr>
          <p:nvPr/>
        </p:nvSpPr>
        <p:spPr>
          <a:xfrm xmlns:a="http://schemas.openxmlformats.org/drawingml/2006/main">
            <a:off x="374815" y="190006"/>
            <a:ext cx="0" cy="499625"/>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7" name="Title 4">
            <a:extLst xmlns:a="http://schemas.openxmlformats.org/drawingml/2006/main">
              <a:ext uri="{FF2B5EF4-FFF2-40B4-BE49-F238E27FC236}">
                <a16:creationId xmlns:a16="http://schemas.microsoft.com/office/drawing/2014/main" id="{A9EAAECC-F0A9-C1FE-7F65-2E358CB33A0E}"/>
              </a:ext>
            </a:extLst>
          </p:cNvPr>
          <p:cNvSpPr>
            <a:spLocks xmlns:a="http://schemas.openxmlformats.org/drawingml/2006/main" noGrp="1"/>
          </p:cNvSpPr>
          <p:nvPr>
            <p:ph type="title" idx="0" hasCustomPrompt="1"/>
          </p:nvPr>
        </p:nvSpPr>
        <p:spPr>
          <a:xfrm xmlns:a="http://schemas.openxmlformats.org/drawingml/2006/main">
            <a:off x="571502" y="140230"/>
            <a:ext cx="11245354" cy="643541"/>
          </a:xfrm>
          <a:prstGeom xmlns:a="http://schemas.openxmlformats.org/drawingml/2006/main" prst="rect">
            <a:avLst/>
          </a:prstGeom>
          <a:ln xmlns:a="http://schemas.openxmlformats.org/drawingml/2006/main">
            <a:noFill/>
          </a:ln>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2400" b="1" i="0" kern="1200">
                <a:solidFill>
                  <a:schemeClr val="tx1"/>
                </a:solidFill>
                <a:latin typeface="Inter"/>
                <a:ea typeface="Inter"/>
                <a:cs typeface="Inter"/>
              </a:defRPr>
            </a:lvl1pPr>
          </a:lstStyle>
          <a:p xmlns:a="http://schemas.openxmlformats.org/drawingml/2006/main">
            <a:r>
              <a:t>Click to edit title</a:t>
            </a:r>
          </a:p>
        </p:txBody>
      </p:sp>
      <p:sp>
        <p:nvSpPr>
          <p:cNvPr id="3" name="Text Placeholder 15">
            <a:extLst xmlns:a="http://schemas.openxmlformats.org/drawingml/2006/main">
              <a:ext uri="{FF2B5EF4-FFF2-40B4-BE49-F238E27FC236}">
                <a16:creationId xmlns:a16="http://schemas.microsoft.com/office/drawing/2014/main" id="{68A94F7A-B1A2-A2EB-5296-67A8F85D5055}"/>
              </a:ext>
            </a:extLst>
          </p:cNvPr>
          <p:cNvSpPr>
            <a:spLocks xmlns:a="http://schemas.openxmlformats.org/drawingml/2006/main" noGrp="1"/>
          </p:cNvSpPr>
          <p:nvPr>
            <p:ph type="body" idx="25"/>
          </p:nvPr>
        </p:nvSpPr>
        <p:spPr>
          <a:xfrm xmlns:a="http://schemas.openxmlformats.org/drawingml/2006/main">
            <a:off x="384753" y="1088932"/>
            <a:ext cx="11421379" cy="4680137"/>
          </a:xfrm>
          <a:prstGeom xmlns:a="http://schemas.openxmlformats.org/drawingml/2006/main" prst="rect">
            <a:avLst/>
          </a:prstGeom>
        </p:spPr>
        <p:txBody>
          <a:bodyPr xmlns:a="http://schemas.openxmlformats.org/drawingml/2006/main"/>
          <a:lstStyle xmlns:a="http://schemas.openxmlformats.org/drawingml/2006/main">
            <a:lvl1pPr>
              <a:buNone/>
              <a:defRPr sz="1800" b="1">
                <a:solidFill>
                  <a:schemeClr val="accent3"/>
                </a:solidFill>
                <a:latin typeface="Inter"/>
                <a:ea typeface="Inter"/>
                <a:cs typeface="Inter"/>
              </a:defRPr>
            </a:lvl1pPr>
            <a:lvl3pPr marL="594360">
              <a:buNone/>
              <a:defRPr sz="1600">
                <a:latin typeface="Inter"/>
                <a:ea typeface="Inter"/>
                <a:cs typeface="Inter"/>
              </a:defRPr>
            </a:lvl3pPr>
            <a:lvl4pPr marL="868680">
              <a:buNone/>
              <a:defRPr sz="1600">
                <a:latin typeface="Inter"/>
                <a:ea typeface="Inter"/>
                <a:cs typeface="Inter"/>
              </a:defRPr>
            </a:lvl4pPr>
            <a:lvl5pPr marL="1143000">
              <a:buNone/>
              <a:defRPr sz="16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Tree>
  </p:cSld>
</p:sldLayout>
</file>

<file path=ppt/slideLayouts/slideLayout4.xml><?xml version="1.0" encoding="utf-8"?>
<p:sldLayout xmlns:p="http://schemas.openxmlformats.org/presentationml/2006/main" preserve="1" userDrawn="1">
  <p:cSld name="Text with intro text and footer">
    <p:spTree>
      <p:nvGrpSpPr>
        <p:cNvPr id="1" name=""/>
        <p:cNvGrpSpPr/>
        <p:nvPr/>
      </p:nvGrpSpPr>
      <p:grpSpPr>
        <a:xfrm xmlns:a="http://schemas.openxmlformats.org/drawingml/2006/main"/>
      </p:grpSpPr>
      <p:pic>
        <p:nvPicPr>
          <p:cNvPr id="12" name="Picture 3"/>
          <p:cNvPicPr>
            <a:picLocks xmlns:a="http://schemas.openxmlformats.org/drawingml/2006/main" noChangeAspect="1"/>
          </p:cNvPicPr>
          <p:nvPr/>
        </p:nvPicPr>
        <p:blipFill>
          <a:blip xmlns:r="http://schemas.openxmlformats.org/officeDocument/2006/relationships" xmlns:a="http://schemas.openxmlformats.org/drawingml/2006/main" r:embed="Rbca5f5792b3441b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Straight Connector 4">
            <a:extLst xmlns:a="http://schemas.openxmlformats.org/drawingml/2006/main">
              <a:ext uri="{FF2B5EF4-FFF2-40B4-BE49-F238E27FC236}">
                <a16:creationId xmlns:a16="http://schemas.microsoft.com/office/drawing/2014/main" id="{FB5434EA-22B1-4D95-8233-FF533FB78923}"/>
              </a:ext>
            </a:extLst>
          </p:cNvPr>
          <p:cNvSpPr>
            <a:spLocks xmlns:a="http://schemas.openxmlformats.org/drawingml/2006/main" noGrp="1"/>
          </p:cNvSpPr>
          <p:nvPr/>
        </p:nvSpPr>
        <p:spPr>
          <a:xfrm xmlns:a="http://schemas.openxmlformats.org/drawingml/2006/main">
            <a:off x="374815" y="190006"/>
            <a:ext cx="0" cy="499625"/>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Title 4">
            <a:extLst xmlns:a="http://schemas.openxmlformats.org/drawingml/2006/main">
              <a:ext uri="{FF2B5EF4-FFF2-40B4-BE49-F238E27FC236}">
                <a16:creationId xmlns:a16="http://schemas.microsoft.com/office/drawing/2014/main" id="{A9EAAECC-F0A9-C1FE-7F65-2E358CB33A0E}"/>
              </a:ext>
            </a:extLst>
          </p:cNvPr>
          <p:cNvSpPr>
            <a:spLocks xmlns:a="http://schemas.openxmlformats.org/drawingml/2006/main" noGrp="1"/>
          </p:cNvSpPr>
          <p:nvPr>
            <p:ph type="title" idx="0" hasCustomPrompt="1"/>
          </p:nvPr>
        </p:nvSpPr>
        <p:spPr>
          <a:xfrm xmlns:a="http://schemas.openxmlformats.org/drawingml/2006/main">
            <a:off x="571502" y="140230"/>
            <a:ext cx="11245354" cy="643541"/>
          </a:xfrm>
          <a:prstGeom xmlns:a="http://schemas.openxmlformats.org/drawingml/2006/main" prst="rect">
            <a:avLst/>
          </a:prstGeom>
          <a:ln xmlns:a="http://schemas.openxmlformats.org/drawingml/2006/main">
            <a:noFill/>
          </a:ln>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2400" b="1" i="0" kern="1200">
                <a:solidFill>
                  <a:schemeClr val="tx1"/>
                </a:solidFill>
                <a:latin typeface="Inter"/>
                <a:ea typeface="Inter"/>
                <a:cs typeface="Inter"/>
              </a:defRPr>
            </a:lvl1pPr>
          </a:lstStyle>
          <a:p xmlns:a="http://schemas.openxmlformats.org/drawingml/2006/main">
            <a:r>
              <a:t>Click to edit title</a:t>
            </a:r>
          </a:p>
        </p:txBody>
      </p:sp>
      <p:sp>
        <p:nvSpPr>
          <p:cNvPr id="6" name="SlideNo">
            <a:extLst xmlns:a="http://schemas.openxmlformats.org/drawingml/2006/main">
              <a:ext uri="{FF2B5EF4-FFF2-40B4-BE49-F238E27FC236}">
                <a16:creationId xmlns:a16="http://schemas.microsoft.com/office/drawing/2014/main" id="{4D23F069-093B-DB21-1DD2-38BE3A0A4C1F}"/>
              </a:ext>
            </a:extLst>
          </p:cNvPr>
          <p:cNvSpPr>
            <a:spLocks xmlns:a="http://schemas.openxmlformats.org/drawingml/2006/main" noGrp="1"/>
          </p:cNvSpPr>
          <p:nvPr/>
        </p:nvSpPr>
        <p:spPr>
          <a:xfrm xmlns:a="http://schemas.openxmlformats.org/drawingml/2006/main">
            <a:off x="11350046" y="6417917"/>
            <a:ext cx="457200" cy="215252"/>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lvl1pPr marL="0" algn="ctr" defTabSz="457200">
              <a:buNone/>
              <a:defRPr sz="1400" kern="1200">
                <a:solidFill>
                  <a:schemeClr val="tx1">
                    <a:lumMod val="50000"/>
                    <a:lumOff val="50000"/>
                  </a:schemeClr>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marL="0" marR="0" lvl="0" indent="0" algn="r" defTabSz="457200">
              <a:lnSpc>
                <a:spcPct val="150000"/>
              </a:lnSpc>
              <a:spcBef>
                <a:spcPts val="0"/>
              </a:spcBef>
              <a:spcAft>
                <a:spcPts val="0"/>
              </a:spcAft>
              <a:buClrTx/>
              <a:buSzTx/>
              <a:buFontTx/>
              <a:buNone/>
            </a:pPr>
            <a:fld id="{F2030FAF-A4A4-40ED-9EAC-96740896EED7}" type="slidenum">
              <a:rPr sz="1050" b="1" i="0">
                <a:solidFill>
                  <a:schemeClr val="bg1"/>
                </a:solidFill>
                <a:latin typeface="Inter"/>
                <a:ea typeface="Inter"/>
                <a:cs typeface="Inter"/>
              </a:rPr>
              <a:t>‹#›</a:t>
            </a:fld>
            <a:endParaRPr sz="1050" b="1" i="0">
              <a:solidFill>
                <a:schemeClr val="bg1"/>
              </a:solidFill>
              <a:latin typeface="Inter"/>
              <a:ea typeface="Inter"/>
              <a:cs typeface="Inter"/>
            </a:endParaRPr>
          </a:p>
        </p:txBody>
      </p:sp>
      <p:sp>
        <p:nvSpPr>
          <p:cNvPr id="2" name="Text Placeholder 2">
            <a:extLst xmlns:a="http://schemas.openxmlformats.org/drawingml/2006/main">
              <a:ext uri="{FF2B5EF4-FFF2-40B4-BE49-F238E27FC236}">
                <a16:creationId xmlns:a16="http://schemas.microsoft.com/office/drawing/2014/main" id="{3AE82235-9EC9-687D-EC30-BFCD9AA16006}"/>
              </a:ext>
            </a:extLst>
          </p:cNvPr>
          <p:cNvSpPr>
            <a:spLocks xmlns:a="http://schemas.openxmlformats.org/drawingml/2006/main" noGrp="1"/>
          </p:cNvSpPr>
          <p:nvPr>
            <p:ph type="body" idx="21" hasCustomPrompt="1"/>
          </p:nvPr>
        </p:nvSpPr>
        <p:spPr>
          <a:xfrm xmlns:a="http://schemas.openxmlformats.org/drawingml/2006/main">
            <a:off x="384754" y="1088932"/>
            <a:ext cx="11421379" cy="434182"/>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800" b="0">
                <a:solidFill>
                  <a:schemeClr val="accent3"/>
                </a:solidFill>
                <a:latin typeface="Inter"/>
                <a:ea typeface="Inter"/>
                <a:cs typeface="Inter"/>
              </a:defRPr>
            </a:lvl1pPr>
            <a:lvl2pPr marL="465138" indent="-238125">
              <a:buNone/>
              <a:defRPr sz="1400">
                <a:latin typeface="Work Sans"/>
                <a:ea typeface="Work Sans"/>
                <a:cs typeface="Work Sans"/>
              </a:defRPr>
            </a:lvl2pPr>
            <a:lvl3pPr marL="922338" indent="-238125">
              <a:buNone/>
              <a:defRPr sz="1400">
                <a:latin typeface="Work Sans"/>
                <a:ea typeface="Work Sans"/>
                <a:cs typeface="Work Sans"/>
              </a:defRPr>
            </a:lvl3pPr>
          </a:lstStyle>
          <a:p xmlns:a="http://schemas.openxmlformats.org/drawingml/2006/main">
            <a:r>
              <a:t>Subheading</a:t>
            </a:r>
          </a:p>
        </p:txBody>
      </p:sp>
      <p:sp>
        <p:nvSpPr>
          <p:cNvPr id="9" name="Text Placeholder 5">
            <a:extLst xmlns:a="http://schemas.openxmlformats.org/drawingml/2006/main">
              <a:ext uri="{FF2B5EF4-FFF2-40B4-BE49-F238E27FC236}">
                <a16:creationId xmlns:a16="http://schemas.microsoft.com/office/drawing/2014/main" id="{209311B8-C49A-5A7A-CD17-7A21871752C6}"/>
              </a:ext>
            </a:extLst>
          </p:cNvPr>
          <p:cNvSpPr>
            <a:spLocks xmlns:a="http://schemas.openxmlformats.org/drawingml/2006/main" noGrp="1"/>
          </p:cNvSpPr>
          <p:nvPr>
            <p:ph type="body" idx="18" hasCustomPrompt="1"/>
          </p:nvPr>
        </p:nvSpPr>
        <p:spPr>
          <a:xfrm xmlns:a="http://schemas.openxmlformats.org/drawingml/2006/main">
            <a:off x="384753" y="1615665"/>
            <a:ext cx="11421379"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Inter"/>
                <a:ea typeface="Inter"/>
                <a:cs typeface="Inter"/>
              </a:defRPr>
            </a:lvl1pPr>
          </a:lstStyle>
          <a:p xmlns:a="http://schemas.openxmlformats.org/drawingml/2006/main">
            <a:pPr lvl="0">
              <a:buNone/>
            </a:pPr>
            <a:r>
              <a:t>Heading 1</a:t>
            </a:r>
          </a:p>
        </p:txBody>
      </p:sp>
      <p:sp>
        <p:nvSpPr>
          <p:cNvPr id="10" name="Text Placeholder 15">
            <a:extLst xmlns:a="http://schemas.openxmlformats.org/drawingml/2006/main">
              <a:ext uri="{FF2B5EF4-FFF2-40B4-BE49-F238E27FC236}">
                <a16:creationId xmlns:a16="http://schemas.microsoft.com/office/drawing/2014/main" id="{2D2FD168-AF06-58B6-61C8-B3D4DEC69C14}"/>
              </a:ext>
            </a:extLst>
          </p:cNvPr>
          <p:cNvSpPr>
            <a:spLocks xmlns:a="http://schemas.openxmlformats.org/drawingml/2006/main" noGrp="1"/>
          </p:cNvSpPr>
          <p:nvPr>
            <p:ph type="body" idx="24"/>
          </p:nvPr>
        </p:nvSpPr>
        <p:spPr>
          <a:xfrm xmlns:a="http://schemas.openxmlformats.org/drawingml/2006/main">
            <a:off x="384753" y="2071395"/>
            <a:ext cx="11421379" cy="3697674"/>
          </a:xfrm>
          <a:prstGeom xmlns:a="http://schemas.openxmlformats.org/drawingml/2006/main" prst="rect">
            <a:avLst/>
          </a:prstGeom>
        </p:spPr>
        <p:txBody>
          <a:bodyPr xmlns:a="http://schemas.openxmlformats.org/drawingml/2006/main"/>
          <a:lstStyle xmlns:a="http://schemas.openxmlformats.org/drawingml/2006/main">
            <a:lvl1pPr>
              <a:buNone/>
              <a:defRPr sz="1800" b="1">
                <a:solidFill>
                  <a:schemeClr val="accent3"/>
                </a:solidFill>
                <a:latin typeface="Inter"/>
                <a:ea typeface="Inter"/>
                <a:cs typeface="Inter"/>
              </a:defRPr>
            </a:lvl1pPr>
            <a:lvl3pPr marL="594360">
              <a:buNone/>
              <a:defRPr sz="1600">
                <a:latin typeface="Inter"/>
                <a:ea typeface="Inter"/>
                <a:cs typeface="Inter"/>
              </a:defRPr>
            </a:lvl3pPr>
            <a:lvl4pPr marL="868680">
              <a:buNone/>
              <a:defRPr sz="1600">
                <a:latin typeface="Inter"/>
                <a:ea typeface="Inter"/>
                <a:cs typeface="Inter"/>
              </a:defRPr>
            </a:lvl4pPr>
            <a:lvl5pPr marL="1143000">
              <a:buNone/>
              <a:defRPr sz="16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Tree>
  </p:cSld>
</p:sldLayout>
</file>

<file path=ppt/slideLayouts/slideLayout5.xml><?xml version="1.0" encoding="utf-8"?>
<p:sldLayout xmlns:p="http://schemas.openxmlformats.org/presentationml/2006/main" preserve="1" userDrawn="1">
  <p:cSld name="1 column with footer">
    <p:spTree>
      <p:nvGrpSpPr>
        <p:cNvPr id="1" name=""/>
        <p:cNvGrpSpPr/>
        <p:nvPr/>
      </p:nvGrpSpPr>
      <p:grpSpPr>
        <a:xfrm xmlns:a="http://schemas.openxmlformats.org/drawingml/2006/main"/>
      </p:grpSpPr>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004606709cb741c1"/>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Straight Connector 4">
            <a:extLst xmlns:a="http://schemas.openxmlformats.org/drawingml/2006/main">
              <a:ext uri="{FF2B5EF4-FFF2-40B4-BE49-F238E27FC236}">
                <a16:creationId xmlns:a16="http://schemas.microsoft.com/office/drawing/2014/main" id="{60955124-47C8-4184-990A-5D76CA035AC6}"/>
              </a:ext>
            </a:extLst>
          </p:cNvPr>
          <p:cNvSpPr>
            <a:spLocks xmlns:a="http://schemas.openxmlformats.org/drawingml/2006/main" noGrp="1"/>
          </p:cNvSpPr>
          <p:nvPr/>
        </p:nvSpPr>
        <p:spPr>
          <a:xfrm xmlns:a="http://schemas.openxmlformats.org/drawingml/2006/main">
            <a:off x="374815" y="190006"/>
            <a:ext cx="0" cy="499625"/>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Title 4">
            <a:extLst xmlns:a="http://schemas.openxmlformats.org/drawingml/2006/main">
              <a:ext uri="{FF2B5EF4-FFF2-40B4-BE49-F238E27FC236}">
                <a16:creationId xmlns:a16="http://schemas.microsoft.com/office/drawing/2014/main" id="{A9EAAECC-F0A9-C1FE-7F65-2E358CB33A0E}"/>
              </a:ext>
            </a:extLst>
          </p:cNvPr>
          <p:cNvSpPr>
            <a:spLocks xmlns:a="http://schemas.openxmlformats.org/drawingml/2006/main" noGrp="1"/>
          </p:cNvSpPr>
          <p:nvPr>
            <p:ph type="title" idx="0" hasCustomPrompt="1"/>
          </p:nvPr>
        </p:nvSpPr>
        <p:spPr>
          <a:xfrm xmlns:a="http://schemas.openxmlformats.org/drawingml/2006/main">
            <a:off x="571502" y="140230"/>
            <a:ext cx="11245354" cy="643541"/>
          </a:xfrm>
          <a:prstGeom xmlns:a="http://schemas.openxmlformats.org/drawingml/2006/main" prst="rect">
            <a:avLst/>
          </a:prstGeom>
          <a:ln xmlns:a="http://schemas.openxmlformats.org/drawingml/2006/main">
            <a:noFill/>
          </a:ln>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2400" b="1" i="0" kern="1200">
                <a:solidFill>
                  <a:schemeClr val="tx1"/>
                </a:solidFill>
                <a:latin typeface="Inter"/>
                <a:ea typeface="Inter"/>
                <a:cs typeface="Inter"/>
              </a:defRPr>
            </a:lvl1pPr>
          </a:lstStyle>
          <a:p xmlns:a="http://schemas.openxmlformats.org/drawingml/2006/main">
            <a:r>
              <a:t>Click to edit title</a:t>
            </a:r>
          </a:p>
        </p:txBody>
      </p:sp>
      <p:sp>
        <p:nvSpPr>
          <p:cNvPr id="6" name="SlideNo">
            <a:extLst xmlns:a="http://schemas.openxmlformats.org/drawingml/2006/main">
              <a:ext uri="{FF2B5EF4-FFF2-40B4-BE49-F238E27FC236}">
                <a16:creationId xmlns:a16="http://schemas.microsoft.com/office/drawing/2014/main" id="{4D23F069-093B-DB21-1DD2-38BE3A0A4C1F}"/>
              </a:ext>
            </a:extLst>
          </p:cNvPr>
          <p:cNvSpPr>
            <a:spLocks xmlns:a="http://schemas.openxmlformats.org/drawingml/2006/main" noGrp="1"/>
          </p:cNvSpPr>
          <p:nvPr/>
        </p:nvSpPr>
        <p:spPr>
          <a:xfrm xmlns:a="http://schemas.openxmlformats.org/drawingml/2006/main">
            <a:off x="11350046" y="6417917"/>
            <a:ext cx="457200" cy="215252"/>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lvl1pPr marL="0" algn="ctr" defTabSz="457200">
              <a:buNone/>
              <a:defRPr sz="1400" kern="1200">
                <a:solidFill>
                  <a:schemeClr val="tx1">
                    <a:lumMod val="50000"/>
                    <a:lumOff val="50000"/>
                  </a:schemeClr>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marL="0" marR="0" lvl="0" indent="0" algn="r" defTabSz="457200">
              <a:lnSpc>
                <a:spcPct val="150000"/>
              </a:lnSpc>
              <a:spcBef>
                <a:spcPts val="0"/>
              </a:spcBef>
              <a:spcAft>
                <a:spcPts val="0"/>
              </a:spcAft>
              <a:buClrTx/>
              <a:buSzTx/>
              <a:buFontTx/>
              <a:buNone/>
            </a:pPr>
            <a:fld id="{F2030FAF-A4A4-40ED-9EAC-96740896EED7}" type="slidenum">
              <a:rPr sz="1050" b="1" i="0">
                <a:solidFill>
                  <a:schemeClr val="bg1"/>
                </a:solidFill>
                <a:latin typeface="Inter"/>
                <a:ea typeface="Inter"/>
                <a:cs typeface="Inter"/>
              </a:rPr>
              <a:t>‹#›</a:t>
            </a:fld>
            <a:endParaRPr sz="1050" b="1" i="0">
              <a:solidFill>
                <a:schemeClr val="bg1"/>
              </a:solidFill>
              <a:latin typeface="Inter"/>
              <a:ea typeface="Inter"/>
              <a:cs typeface="Inter"/>
            </a:endParaRPr>
          </a:p>
        </p:txBody>
      </p:sp>
      <p:sp>
        <p:nvSpPr>
          <p:cNvPr id="9" name="Text Placeholder 5">
            <a:extLst xmlns:a="http://schemas.openxmlformats.org/drawingml/2006/main">
              <a:ext uri="{FF2B5EF4-FFF2-40B4-BE49-F238E27FC236}">
                <a16:creationId xmlns:a16="http://schemas.microsoft.com/office/drawing/2014/main" id="{209311B8-C49A-5A7A-CD17-7A21871752C6}"/>
              </a:ext>
            </a:extLst>
          </p:cNvPr>
          <p:cNvSpPr>
            <a:spLocks xmlns:a="http://schemas.openxmlformats.org/drawingml/2006/main" noGrp="1"/>
          </p:cNvSpPr>
          <p:nvPr>
            <p:ph type="body" idx="18" hasCustomPrompt="1"/>
          </p:nvPr>
        </p:nvSpPr>
        <p:spPr>
          <a:xfrm xmlns:a="http://schemas.openxmlformats.org/drawingml/2006/main">
            <a:off x="384753" y="1088932"/>
            <a:ext cx="11421379"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Inter"/>
                <a:ea typeface="Inter"/>
                <a:cs typeface="Inter"/>
              </a:defRPr>
            </a:lvl1pPr>
          </a:lstStyle>
          <a:p xmlns:a="http://schemas.openxmlformats.org/drawingml/2006/main">
            <a:pPr lvl="0">
              <a:buNone/>
            </a:pPr>
            <a:r>
              <a:t>Heading 1</a:t>
            </a:r>
          </a:p>
        </p:txBody>
      </p:sp>
      <p:sp>
        <p:nvSpPr>
          <p:cNvPr id="10" name="Text Placeholder 15">
            <a:extLst xmlns:a="http://schemas.openxmlformats.org/drawingml/2006/main">
              <a:ext uri="{FF2B5EF4-FFF2-40B4-BE49-F238E27FC236}">
                <a16:creationId xmlns:a16="http://schemas.microsoft.com/office/drawing/2014/main" id="{2D2FD168-AF06-58B6-61C8-B3D4DEC69C14}"/>
              </a:ext>
            </a:extLst>
          </p:cNvPr>
          <p:cNvSpPr>
            <a:spLocks xmlns:a="http://schemas.openxmlformats.org/drawingml/2006/main" noGrp="1"/>
          </p:cNvSpPr>
          <p:nvPr>
            <p:ph type="body" idx="24"/>
          </p:nvPr>
        </p:nvSpPr>
        <p:spPr>
          <a:xfrm xmlns:a="http://schemas.openxmlformats.org/drawingml/2006/main">
            <a:off x="384753" y="1544662"/>
            <a:ext cx="11421379" cy="4224406"/>
          </a:xfrm>
          <a:prstGeom xmlns:a="http://schemas.openxmlformats.org/drawingml/2006/main" prst="rect">
            <a:avLst/>
          </a:prstGeom>
        </p:spPr>
        <p:txBody>
          <a:bodyPr xmlns:a="http://schemas.openxmlformats.org/drawingml/2006/main"/>
          <a:lstStyle xmlns:a="http://schemas.openxmlformats.org/drawingml/2006/main">
            <a:lvl1pPr>
              <a:buNone/>
              <a:defRPr sz="1800" b="1">
                <a:solidFill>
                  <a:schemeClr val="accent3"/>
                </a:solidFill>
                <a:latin typeface="Inter"/>
                <a:ea typeface="Inter"/>
                <a:cs typeface="Inter"/>
              </a:defRPr>
            </a:lvl1pPr>
            <a:lvl3pPr marL="594360">
              <a:buNone/>
              <a:defRPr sz="1600">
                <a:latin typeface="Inter"/>
                <a:ea typeface="Inter"/>
                <a:cs typeface="Inter"/>
              </a:defRPr>
            </a:lvl3pPr>
            <a:lvl4pPr marL="868680">
              <a:buNone/>
              <a:defRPr sz="1600">
                <a:latin typeface="Inter"/>
                <a:ea typeface="Inter"/>
                <a:cs typeface="Inter"/>
              </a:defRPr>
            </a:lvl4pPr>
            <a:lvl5pPr marL="1143000">
              <a:buNone/>
              <a:defRPr sz="16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Tree>
  </p:cSld>
</p:sldLayout>
</file>

<file path=ppt/slideLayouts/slideLayout6.xml><?xml version="1.0" encoding="utf-8"?>
<p:sldLayout xmlns:p="http://schemas.openxmlformats.org/presentationml/2006/main" preserve="1" userDrawn="1">
  <p:cSld name="2 column with footer">
    <p:spTree>
      <p:nvGrpSpPr>
        <p:cNvPr id="1" name=""/>
        <p:cNvGrpSpPr/>
        <p:nvPr/>
      </p:nvGrpSpPr>
      <p:grpSpPr>
        <a:xfrm xmlns:a="http://schemas.openxmlformats.org/drawingml/2006/main"/>
      </p:grpSpPr>
      <p:pic>
        <p:nvPicPr>
          <p:cNvPr id="13" name="Picture 7"/>
          <p:cNvPicPr>
            <a:picLocks xmlns:a="http://schemas.openxmlformats.org/drawingml/2006/main" noChangeAspect="1"/>
          </p:cNvPicPr>
          <p:nvPr/>
        </p:nvPicPr>
        <p:blipFill>
          <a:blip xmlns:r="http://schemas.openxmlformats.org/officeDocument/2006/relationships" xmlns:a="http://schemas.openxmlformats.org/drawingml/2006/main" r:embed="R59a25d144828453f"/>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Straight Connector 4">
            <a:extLst xmlns:a="http://schemas.openxmlformats.org/drawingml/2006/main">
              <a:ext uri="{FF2B5EF4-FFF2-40B4-BE49-F238E27FC236}">
                <a16:creationId xmlns:a16="http://schemas.microsoft.com/office/drawing/2014/main" id="{BAED47C4-795B-4E37-A3CE-F1D6F2615525}"/>
              </a:ext>
            </a:extLst>
          </p:cNvPr>
          <p:cNvSpPr>
            <a:spLocks xmlns:a="http://schemas.openxmlformats.org/drawingml/2006/main" noGrp="1"/>
          </p:cNvSpPr>
          <p:nvPr/>
        </p:nvSpPr>
        <p:spPr>
          <a:xfrm xmlns:a="http://schemas.openxmlformats.org/drawingml/2006/main">
            <a:off x="374815" y="190006"/>
            <a:ext cx="0" cy="499625"/>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Title 4">
            <a:extLst xmlns:a="http://schemas.openxmlformats.org/drawingml/2006/main">
              <a:ext uri="{FF2B5EF4-FFF2-40B4-BE49-F238E27FC236}">
                <a16:creationId xmlns:a16="http://schemas.microsoft.com/office/drawing/2014/main" id="{A9EAAECC-F0A9-C1FE-7F65-2E358CB33A0E}"/>
              </a:ext>
            </a:extLst>
          </p:cNvPr>
          <p:cNvSpPr>
            <a:spLocks xmlns:a="http://schemas.openxmlformats.org/drawingml/2006/main" noGrp="1"/>
          </p:cNvSpPr>
          <p:nvPr>
            <p:ph type="title" idx="0" hasCustomPrompt="1"/>
          </p:nvPr>
        </p:nvSpPr>
        <p:spPr>
          <a:xfrm xmlns:a="http://schemas.openxmlformats.org/drawingml/2006/main">
            <a:off x="571502" y="140230"/>
            <a:ext cx="11245354" cy="643541"/>
          </a:xfrm>
          <a:prstGeom xmlns:a="http://schemas.openxmlformats.org/drawingml/2006/main" prst="rect">
            <a:avLst/>
          </a:prstGeom>
          <a:ln xmlns:a="http://schemas.openxmlformats.org/drawingml/2006/main">
            <a:noFill/>
          </a:ln>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2400" b="1" i="0" kern="1200">
                <a:solidFill>
                  <a:schemeClr val="tx1"/>
                </a:solidFill>
                <a:latin typeface="Inter"/>
                <a:ea typeface="Inter"/>
                <a:cs typeface="Inter"/>
              </a:defRPr>
            </a:lvl1pPr>
          </a:lstStyle>
          <a:p xmlns:a="http://schemas.openxmlformats.org/drawingml/2006/main">
            <a:r>
              <a:t>Click to edit title</a:t>
            </a:r>
          </a:p>
        </p:txBody>
      </p:sp>
      <p:sp>
        <p:nvSpPr>
          <p:cNvPr id="3" name="Text Placeholder 15">
            <a:extLst xmlns:a="http://schemas.openxmlformats.org/drawingml/2006/main">
              <a:ext uri="{FF2B5EF4-FFF2-40B4-BE49-F238E27FC236}">
                <a16:creationId xmlns:a16="http://schemas.microsoft.com/office/drawing/2014/main" id="{5887748E-2AAB-55F4-42E7-8FAB142B37EF}"/>
              </a:ext>
            </a:extLst>
          </p:cNvPr>
          <p:cNvSpPr>
            <a:spLocks xmlns:a="http://schemas.openxmlformats.org/drawingml/2006/main" noGrp="1"/>
          </p:cNvSpPr>
          <p:nvPr>
            <p:ph type="body" idx="26"/>
          </p:nvPr>
        </p:nvSpPr>
        <p:spPr>
          <a:xfrm xmlns:a="http://schemas.openxmlformats.org/drawingml/2006/main">
            <a:off x="6470024" y="1578333"/>
            <a:ext cx="5336192" cy="4190735"/>
          </a:xfrm>
          <a:prstGeom xmlns:a="http://schemas.openxmlformats.org/drawingml/2006/main" prst="rect">
            <a:avLst/>
          </a:prstGeom>
        </p:spPr>
        <p:txBody>
          <a:bodyPr xmlns:a="http://schemas.openxmlformats.org/drawingml/2006/main"/>
          <a:lstStyle xmlns:a="http://schemas.openxmlformats.org/drawingml/2006/main">
            <a:lvl1pPr>
              <a:buNone/>
              <a:defRPr sz="1800" b="1">
                <a:solidFill>
                  <a:schemeClr val="accent3"/>
                </a:solidFill>
              </a:defRPr>
            </a:lvl1pPr>
            <a:lvl3pPr marL="594360">
              <a:buNone/>
              <a:defRPr sz="1600"/>
            </a:lvl3pPr>
            <a:lvl4pPr marL="868680">
              <a:buNone/>
              <a:defRPr sz="1600"/>
            </a:lvl4pPr>
            <a:lvl5pPr marL="1143000">
              <a:buNone/>
              <a:defRPr sz="1600"/>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4" name="Text Placeholder 5">
            <a:extLst xmlns:a="http://schemas.openxmlformats.org/drawingml/2006/main">
              <a:ext uri="{FF2B5EF4-FFF2-40B4-BE49-F238E27FC236}">
                <a16:creationId xmlns:a16="http://schemas.microsoft.com/office/drawing/2014/main" id="{E287079E-3887-F24B-3806-7974A1467CCC}"/>
              </a:ext>
            </a:extLst>
          </p:cNvPr>
          <p:cNvSpPr>
            <a:spLocks xmlns:a="http://schemas.openxmlformats.org/drawingml/2006/main" noGrp="1"/>
          </p:cNvSpPr>
          <p:nvPr>
            <p:ph type="body" idx="18" hasCustomPrompt="1"/>
          </p:nvPr>
        </p:nvSpPr>
        <p:spPr>
          <a:xfrm xmlns:a="http://schemas.openxmlformats.org/drawingml/2006/main">
            <a:off x="384671" y="1068313"/>
            <a:ext cx="5336192"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mj-lt"/>
                <a:ea typeface="+mj-lt"/>
                <a:cs typeface="+mj-lt"/>
              </a:defRPr>
            </a:lvl1pPr>
          </a:lstStyle>
          <a:p xmlns:a="http://schemas.openxmlformats.org/drawingml/2006/main">
            <a:pPr lvl="0">
              <a:buNone/>
            </a:pPr>
            <a:r>
              <a:t>Heading 1</a:t>
            </a:r>
          </a:p>
        </p:txBody>
      </p:sp>
      <p:sp>
        <p:nvSpPr>
          <p:cNvPr id="9" name="Text Placeholder 15">
            <a:extLst xmlns:a="http://schemas.openxmlformats.org/drawingml/2006/main">
              <a:ext uri="{FF2B5EF4-FFF2-40B4-BE49-F238E27FC236}">
                <a16:creationId xmlns:a16="http://schemas.microsoft.com/office/drawing/2014/main" id="{F1E6B505-F8C2-F874-F42E-4952EB3BF5E9}"/>
              </a:ext>
            </a:extLst>
          </p:cNvPr>
          <p:cNvSpPr>
            <a:spLocks xmlns:a="http://schemas.openxmlformats.org/drawingml/2006/main" noGrp="1"/>
          </p:cNvSpPr>
          <p:nvPr>
            <p:ph type="body" idx="24"/>
          </p:nvPr>
        </p:nvSpPr>
        <p:spPr>
          <a:xfrm xmlns:a="http://schemas.openxmlformats.org/drawingml/2006/main">
            <a:off x="384754" y="1578333"/>
            <a:ext cx="5336109" cy="4190735"/>
          </a:xfrm>
          <a:prstGeom xmlns:a="http://schemas.openxmlformats.org/drawingml/2006/main" prst="rect">
            <a:avLst/>
          </a:prstGeom>
        </p:spPr>
        <p:txBody>
          <a:bodyPr xmlns:a="http://schemas.openxmlformats.org/drawingml/2006/main"/>
          <a:lstStyle xmlns:a="http://schemas.openxmlformats.org/drawingml/2006/main">
            <a:lvl1pPr>
              <a:buNone/>
              <a:defRPr sz="1800" b="1">
                <a:solidFill>
                  <a:schemeClr val="accent3"/>
                </a:solidFill>
              </a:defRPr>
            </a:lvl1pPr>
            <a:lvl3pPr marL="594360">
              <a:buNone/>
              <a:defRPr sz="1600"/>
            </a:lvl3pPr>
            <a:lvl4pPr marL="868680">
              <a:buNone/>
              <a:defRPr sz="1600"/>
            </a:lvl4pPr>
            <a:lvl5pPr marL="1143000">
              <a:buNone/>
              <a:defRPr sz="1600"/>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10" name="Text Placeholder 5">
            <a:extLst xmlns:a="http://schemas.openxmlformats.org/drawingml/2006/main">
              <a:ext uri="{FF2B5EF4-FFF2-40B4-BE49-F238E27FC236}">
                <a16:creationId xmlns:a16="http://schemas.microsoft.com/office/drawing/2014/main" id="{74E3EEF6-5749-7BF6-0A29-1CD53E46E0FF}"/>
              </a:ext>
            </a:extLst>
          </p:cNvPr>
          <p:cNvSpPr>
            <a:spLocks xmlns:a="http://schemas.openxmlformats.org/drawingml/2006/main" noGrp="1"/>
          </p:cNvSpPr>
          <p:nvPr>
            <p:ph type="body" idx="20" hasCustomPrompt="1"/>
          </p:nvPr>
        </p:nvSpPr>
        <p:spPr>
          <a:xfrm xmlns:a="http://schemas.openxmlformats.org/drawingml/2006/main">
            <a:off x="6470024" y="1065066"/>
            <a:ext cx="5336192"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mj-lt"/>
                <a:ea typeface="+mj-lt"/>
                <a:cs typeface="+mj-lt"/>
              </a:defRPr>
            </a:lvl1pPr>
          </a:lstStyle>
          <a:p xmlns:a="http://schemas.openxmlformats.org/drawingml/2006/main">
            <a:pPr lvl="0">
              <a:buNone/>
            </a:pPr>
            <a:r>
              <a:t>Heading 2</a:t>
            </a:r>
          </a:p>
        </p:txBody>
      </p:sp>
      <p:sp>
        <p:nvSpPr>
          <p:cNvPr id="11" name="Straight Connector 10">
            <a:extLst xmlns:a="http://schemas.openxmlformats.org/drawingml/2006/main">
              <a:ext uri="{FF2B5EF4-FFF2-40B4-BE49-F238E27FC236}">
                <a16:creationId xmlns:a16="http://schemas.microsoft.com/office/drawing/2014/main" id="{2C4CAE60-B3E8-4559-AB60-AFDD5054CCD7}"/>
              </a:ext>
            </a:extLst>
          </p:cNvPr>
          <p:cNvSpPr>
            <a:spLocks xmlns:a="http://schemas.openxmlformats.org/drawingml/2006/main" noGrp="1"/>
          </p:cNvSpPr>
          <p:nvPr/>
        </p:nvSpPr>
        <p:spPr>
          <a:xfrm xmlns:a="http://schemas.openxmlformats.org/drawingml/2006/main">
            <a:off x="6096000" y="1068313"/>
            <a:ext cx="0" cy="4700755"/>
          </a:xfrm>
          <a:prstGeom xmlns:a="http://schemas.openxmlformats.org/drawingml/2006/main" prst="line">
            <a:avLst/>
          </a:prstGeom>
          <a:ln xmlns:a="http://schemas.openxmlformats.org/drawingml/2006/main" w="12700">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 name="SlideNo">
            <a:extLst xmlns:a="http://schemas.openxmlformats.org/drawingml/2006/main">
              <a:ext uri="{FF2B5EF4-FFF2-40B4-BE49-F238E27FC236}">
                <a16:creationId xmlns:a16="http://schemas.microsoft.com/office/drawing/2014/main" id="{30A4E5E2-B528-BE14-6059-49E12540B57F}"/>
              </a:ext>
            </a:extLst>
          </p:cNvPr>
          <p:cNvSpPr>
            <a:spLocks xmlns:a="http://schemas.openxmlformats.org/drawingml/2006/main" noGrp="1"/>
          </p:cNvSpPr>
          <p:nvPr/>
        </p:nvSpPr>
        <p:spPr>
          <a:xfrm xmlns:a="http://schemas.openxmlformats.org/drawingml/2006/main">
            <a:off x="11350046" y="6417917"/>
            <a:ext cx="457200" cy="215252"/>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lvl1pPr marL="0" algn="ctr" defTabSz="457200">
              <a:buNone/>
              <a:defRPr sz="1400" kern="1200">
                <a:solidFill>
                  <a:schemeClr val="tx1">
                    <a:lumMod val="50000"/>
                    <a:lumOff val="50000"/>
                  </a:schemeClr>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marL="0" marR="0" lvl="0" indent="0" algn="r" defTabSz="457200">
              <a:lnSpc>
                <a:spcPct val="150000"/>
              </a:lnSpc>
              <a:spcBef>
                <a:spcPts val="0"/>
              </a:spcBef>
              <a:spcAft>
                <a:spcPts val="0"/>
              </a:spcAft>
              <a:buClrTx/>
              <a:buSzTx/>
              <a:buFontTx/>
              <a:buNone/>
            </a:pPr>
            <a:fld id="{F2030FAF-A4A4-40ED-9EAC-96740896EED7}" type="slidenum">
              <a:rPr sz="1050" b="1" i="0">
                <a:solidFill>
                  <a:schemeClr val="bg1"/>
                </a:solidFill>
                <a:latin typeface="Inter"/>
                <a:ea typeface="Inter"/>
                <a:cs typeface="Inter"/>
              </a:rPr>
              <a:t>‹#›</a:t>
            </a:fld>
            <a:endParaRPr sz="1050" b="1" i="0">
              <a:solidFill>
                <a:schemeClr val="bg1"/>
              </a:solidFill>
              <a:latin typeface="Inter"/>
              <a:ea typeface="Inter"/>
              <a:cs typeface="Inter"/>
            </a:endParaRPr>
          </a:p>
        </p:txBody>
      </p:sp>
    </p:spTree>
  </p:cSld>
</p:sldLayout>
</file>

<file path=ppt/slideLayouts/slideLayout7.xml><?xml version="1.0" encoding="utf-8"?>
<p:sldLayout xmlns:p="http://schemas.openxmlformats.org/presentationml/2006/main" preserve="1" userDrawn="1">
  <p:cSld name="2 column with intro text and footer">
    <p:spTree>
      <p:nvGrpSpPr>
        <p:cNvPr id="1" name=""/>
        <p:cNvGrpSpPr/>
        <p:nvPr/>
      </p:nvGrpSpPr>
      <p:grpSpPr>
        <a:xfrm xmlns:a="http://schemas.openxmlformats.org/drawingml/2006/main"/>
      </p:grpSpPr>
      <p:pic>
        <p:nvPicPr>
          <p:cNvPr id="19" name="Picture 3"/>
          <p:cNvPicPr>
            <a:picLocks xmlns:a="http://schemas.openxmlformats.org/drawingml/2006/main" noChangeAspect="1"/>
          </p:cNvPicPr>
          <p:nvPr/>
        </p:nvPicPr>
        <p:blipFill>
          <a:blip xmlns:r="http://schemas.openxmlformats.org/officeDocument/2006/relationships" xmlns:a="http://schemas.openxmlformats.org/drawingml/2006/main" r:embed="R6698fe580c934328"/>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Straight Connector 4">
            <a:extLst xmlns:a="http://schemas.openxmlformats.org/drawingml/2006/main">
              <a:ext uri="{FF2B5EF4-FFF2-40B4-BE49-F238E27FC236}">
                <a16:creationId xmlns:a16="http://schemas.microsoft.com/office/drawing/2014/main" id="{79281FB4-F93F-4E98-B03B-00E7AEDC168E}"/>
              </a:ext>
            </a:extLst>
          </p:cNvPr>
          <p:cNvSpPr>
            <a:spLocks xmlns:a="http://schemas.openxmlformats.org/drawingml/2006/main" noGrp="1"/>
          </p:cNvSpPr>
          <p:nvPr/>
        </p:nvSpPr>
        <p:spPr>
          <a:xfrm xmlns:a="http://schemas.openxmlformats.org/drawingml/2006/main">
            <a:off x="374815" y="190006"/>
            <a:ext cx="0" cy="499625"/>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Title 4">
            <a:extLst xmlns:a="http://schemas.openxmlformats.org/drawingml/2006/main">
              <a:ext uri="{FF2B5EF4-FFF2-40B4-BE49-F238E27FC236}">
                <a16:creationId xmlns:a16="http://schemas.microsoft.com/office/drawing/2014/main" id="{A9EAAECC-F0A9-C1FE-7F65-2E358CB33A0E}"/>
              </a:ext>
            </a:extLst>
          </p:cNvPr>
          <p:cNvSpPr>
            <a:spLocks xmlns:a="http://schemas.openxmlformats.org/drawingml/2006/main" noGrp="1"/>
          </p:cNvSpPr>
          <p:nvPr>
            <p:ph type="title" idx="0" hasCustomPrompt="1"/>
          </p:nvPr>
        </p:nvSpPr>
        <p:spPr>
          <a:xfrm xmlns:a="http://schemas.openxmlformats.org/drawingml/2006/main">
            <a:off x="571502" y="140230"/>
            <a:ext cx="11245354" cy="643541"/>
          </a:xfrm>
          <a:prstGeom xmlns:a="http://schemas.openxmlformats.org/drawingml/2006/main" prst="rect">
            <a:avLst/>
          </a:prstGeom>
          <a:ln xmlns:a="http://schemas.openxmlformats.org/drawingml/2006/main">
            <a:noFill/>
          </a:ln>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2400" b="1" i="0" kern="1200">
                <a:solidFill>
                  <a:schemeClr val="tx1"/>
                </a:solidFill>
                <a:latin typeface="Inter"/>
                <a:ea typeface="Inter"/>
                <a:cs typeface="Inter"/>
              </a:defRPr>
            </a:lvl1pPr>
          </a:lstStyle>
          <a:p xmlns:a="http://schemas.openxmlformats.org/drawingml/2006/main">
            <a:r>
              <a:t>Click to edit title</a:t>
            </a:r>
          </a:p>
        </p:txBody>
      </p:sp>
      <p:sp>
        <p:nvSpPr>
          <p:cNvPr id="12" name="Text Placeholder 2">
            <a:extLst xmlns:a="http://schemas.openxmlformats.org/drawingml/2006/main">
              <a:ext uri="{FF2B5EF4-FFF2-40B4-BE49-F238E27FC236}">
                <a16:creationId xmlns:a16="http://schemas.microsoft.com/office/drawing/2014/main" id="{5D14FEF4-77AB-326F-B37A-96B9942FDD48}"/>
              </a:ext>
            </a:extLst>
          </p:cNvPr>
          <p:cNvSpPr>
            <a:spLocks xmlns:a="http://schemas.openxmlformats.org/drawingml/2006/main" noGrp="1"/>
          </p:cNvSpPr>
          <p:nvPr>
            <p:ph type="body" idx="21" hasCustomPrompt="1"/>
          </p:nvPr>
        </p:nvSpPr>
        <p:spPr>
          <a:xfrm xmlns:a="http://schemas.openxmlformats.org/drawingml/2006/main">
            <a:off x="384754" y="1088932"/>
            <a:ext cx="11421379" cy="434182"/>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800" b="0">
                <a:solidFill>
                  <a:schemeClr val="accent3"/>
                </a:solidFill>
                <a:latin typeface="Inter"/>
                <a:ea typeface="Inter"/>
                <a:cs typeface="Inter"/>
              </a:defRPr>
            </a:lvl1pPr>
            <a:lvl2pPr marL="465138" indent="-238125">
              <a:buNone/>
              <a:defRPr sz="1400">
                <a:latin typeface="Work Sans"/>
                <a:ea typeface="Work Sans"/>
                <a:cs typeface="Work Sans"/>
              </a:defRPr>
            </a:lvl2pPr>
            <a:lvl3pPr marL="922338" indent="-238125">
              <a:buNone/>
              <a:defRPr sz="1400">
                <a:latin typeface="Work Sans"/>
                <a:ea typeface="Work Sans"/>
                <a:cs typeface="Work Sans"/>
              </a:defRPr>
            </a:lvl3pPr>
          </a:lstStyle>
          <a:p xmlns:a="http://schemas.openxmlformats.org/drawingml/2006/main">
            <a:r>
              <a:t>Subheading</a:t>
            </a:r>
          </a:p>
        </p:txBody>
      </p:sp>
      <p:sp>
        <p:nvSpPr>
          <p:cNvPr id="13" name="Text Placeholder 5">
            <a:extLst xmlns:a="http://schemas.openxmlformats.org/drawingml/2006/main">
              <a:ext uri="{FF2B5EF4-FFF2-40B4-BE49-F238E27FC236}">
                <a16:creationId xmlns:a16="http://schemas.microsoft.com/office/drawing/2014/main" id="{D6F1F7B2-6968-B26F-C8A9-4A0824DF1824}"/>
              </a:ext>
            </a:extLst>
          </p:cNvPr>
          <p:cNvSpPr>
            <a:spLocks xmlns:a="http://schemas.openxmlformats.org/drawingml/2006/main" noGrp="1"/>
          </p:cNvSpPr>
          <p:nvPr>
            <p:ph type="body" idx="18" hasCustomPrompt="1"/>
          </p:nvPr>
        </p:nvSpPr>
        <p:spPr>
          <a:xfrm xmlns:a="http://schemas.openxmlformats.org/drawingml/2006/main">
            <a:off x="384754" y="1615665"/>
            <a:ext cx="5336108"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Inter"/>
                <a:ea typeface="Inter"/>
                <a:cs typeface="Inter"/>
              </a:defRPr>
            </a:lvl1pPr>
          </a:lstStyle>
          <a:p xmlns:a="http://schemas.openxmlformats.org/drawingml/2006/main">
            <a:pPr lvl="0">
              <a:buNone/>
            </a:pPr>
            <a:r>
              <a:t>Heading 1</a:t>
            </a:r>
          </a:p>
        </p:txBody>
      </p:sp>
      <p:sp>
        <p:nvSpPr>
          <p:cNvPr id="14" name="Text Placeholder 5">
            <a:extLst xmlns:a="http://schemas.openxmlformats.org/drawingml/2006/main">
              <a:ext uri="{FF2B5EF4-FFF2-40B4-BE49-F238E27FC236}">
                <a16:creationId xmlns:a16="http://schemas.microsoft.com/office/drawing/2014/main" id="{96B11191-0ABF-32C1-0D0F-BEF88C418D36}"/>
              </a:ext>
            </a:extLst>
          </p:cNvPr>
          <p:cNvSpPr>
            <a:spLocks xmlns:a="http://schemas.openxmlformats.org/drawingml/2006/main" noGrp="1"/>
          </p:cNvSpPr>
          <p:nvPr>
            <p:ph type="body" idx="20" hasCustomPrompt="1"/>
          </p:nvPr>
        </p:nvSpPr>
        <p:spPr>
          <a:xfrm xmlns:a="http://schemas.openxmlformats.org/drawingml/2006/main">
            <a:off x="6470026" y="1612418"/>
            <a:ext cx="5336108"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Inter"/>
                <a:ea typeface="Inter"/>
                <a:cs typeface="Inter"/>
              </a:defRPr>
            </a:lvl1pPr>
          </a:lstStyle>
          <a:p xmlns:a="http://schemas.openxmlformats.org/drawingml/2006/main">
            <a:pPr lvl="0">
              <a:buNone/>
            </a:pPr>
            <a:r>
              <a:t>Heading 2</a:t>
            </a:r>
          </a:p>
        </p:txBody>
      </p:sp>
      <p:sp>
        <p:nvSpPr>
          <p:cNvPr id="15" name="Text Placeholder 15">
            <a:extLst xmlns:a="http://schemas.openxmlformats.org/drawingml/2006/main">
              <a:ext uri="{FF2B5EF4-FFF2-40B4-BE49-F238E27FC236}">
                <a16:creationId xmlns:a16="http://schemas.microsoft.com/office/drawing/2014/main" id="{CB311164-4D6C-BF8B-CFBA-7A8CA4CC17C3}"/>
              </a:ext>
            </a:extLst>
          </p:cNvPr>
          <p:cNvSpPr>
            <a:spLocks xmlns:a="http://schemas.openxmlformats.org/drawingml/2006/main" noGrp="1"/>
          </p:cNvSpPr>
          <p:nvPr>
            <p:ph type="body" idx="26"/>
          </p:nvPr>
        </p:nvSpPr>
        <p:spPr>
          <a:xfrm xmlns:a="http://schemas.openxmlformats.org/drawingml/2006/main">
            <a:off x="6470026" y="2071395"/>
            <a:ext cx="5336190" cy="3697674"/>
          </a:xfrm>
          <a:prstGeom xmlns:a="http://schemas.openxmlformats.org/drawingml/2006/main" prst="rect">
            <a:avLst/>
          </a:prstGeom>
        </p:spPr>
        <p:txBody>
          <a:bodyPr xmlns:a="http://schemas.openxmlformats.org/drawingml/2006/main"/>
          <a:lstStyle xmlns:a="http://schemas.openxmlformats.org/drawingml/2006/main">
            <a:lvl1pPr>
              <a:buNone/>
              <a:defRPr sz="1800" b="1">
                <a:solidFill>
                  <a:schemeClr val="accent3"/>
                </a:solidFill>
                <a:latin typeface="Inter"/>
                <a:ea typeface="Inter"/>
                <a:cs typeface="Inter"/>
              </a:defRPr>
            </a:lvl1pPr>
            <a:lvl3pPr marL="594360">
              <a:buNone/>
              <a:defRPr sz="1600">
                <a:latin typeface="Inter"/>
                <a:ea typeface="Inter"/>
                <a:cs typeface="Inter"/>
              </a:defRPr>
            </a:lvl3pPr>
            <a:lvl4pPr marL="868680">
              <a:buNone/>
              <a:defRPr sz="1600">
                <a:latin typeface="Inter"/>
                <a:ea typeface="Inter"/>
                <a:cs typeface="Inter"/>
              </a:defRPr>
            </a:lvl4pPr>
            <a:lvl5pPr marL="1143000">
              <a:buNone/>
              <a:defRPr sz="16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16" name="Text Placeholder 15">
            <a:extLst xmlns:a="http://schemas.openxmlformats.org/drawingml/2006/main">
              <a:ext uri="{FF2B5EF4-FFF2-40B4-BE49-F238E27FC236}">
                <a16:creationId xmlns:a16="http://schemas.microsoft.com/office/drawing/2014/main" id="{9BA2FB46-650B-4E4F-6721-9A7506B4648E}"/>
              </a:ext>
            </a:extLst>
          </p:cNvPr>
          <p:cNvSpPr>
            <a:spLocks xmlns:a="http://schemas.openxmlformats.org/drawingml/2006/main" noGrp="1"/>
          </p:cNvSpPr>
          <p:nvPr>
            <p:ph type="body" idx="24"/>
          </p:nvPr>
        </p:nvSpPr>
        <p:spPr>
          <a:xfrm xmlns:a="http://schemas.openxmlformats.org/drawingml/2006/main">
            <a:off x="384754" y="2071395"/>
            <a:ext cx="5336108" cy="3697674"/>
          </a:xfrm>
          <a:prstGeom xmlns:a="http://schemas.openxmlformats.org/drawingml/2006/main" prst="rect">
            <a:avLst/>
          </a:prstGeom>
        </p:spPr>
        <p:txBody>
          <a:bodyPr xmlns:a="http://schemas.openxmlformats.org/drawingml/2006/main"/>
          <a:lstStyle xmlns:a="http://schemas.openxmlformats.org/drawingml/2006/main">
            <a:lvl1pPr>
              <a:buNone/>
              <a:defRPr sz="1800" b="1">
                <a:solidFill>
                  <a:schemeClr val="accent3"/>
                </a:solidFill>
                <a:latin typeface="Inter"/>
                <a:ea typeface="Inter"/>
                <a:cs typeface="Inter"/>
              </a:defRPr>
            </a:lvl1pPr>
            <a:lvl3pPr marL="594360">
              <a:buNone/>
              <a:defRPr sz="1600">
                <a:latin typeface="Inter"/>
                <a:ea typeface="Inter"/>
                <a:cs typeface="Inter"/>
              </a:defRPr>
            </a:lvl3pPr>
            <a:lvl4pPr marL="868680">
              <a:buNone/>
              <a:defRPr sz="1600">
                <a:latin typeface="Inter"/>
                <a:ea typeface="Inter"/>
                <a:cs typeface="Inter"/>
              </a:defRPr>
            </a:lvl4pPr>
            <a:lvl5pPr marL="1143000">
              <a:buNone/>
              <a:defRPr sz="16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17" name="Straight Connector 16">
            <a:extLst xmlns:a="http://schemas.openxmlformats.org/drawingml/2006/main">
              <a:ext uri="{FF2B5EF4-FFF2-40B4-BE49-F238E27FC236}">
                <a16:creationId xmlns:a16="http://schemas.microsoft.com/office/drawing/2014/main" id="{2E7BE134-9954-4C56-A057-37F3E4A6110C}"/>
              </a:ext>
            </a:extLst>
          </p:cNvPr>
          <p:cNvSpPr>
            <a:spLocks xmlns:a="http://schemas.openxmlformats.org/drawingml/2006/main" noGrp="1"/>
          </p:cNvSpPr>
          <p:nvPr/>
        </p:nvSpPr>
        <p:spPr>
          <a:xfrm xmlns:a="http://schemas.openxmlformats.org/drawingml/2006/main">
            <a:off x="6096000" y="1612418"/>
            <a:ext cx="0" cy="4156651"/>
          </a:xfrm>
          <a:prstGeom xmlns:a="http://schemas.openxmlformats.org/drawingml/2006/main" prst="line">
            <a:avLst/>
          </a:prstGeom>
          <a:ln xmlns:a="http://schemas.openxmlformats.org/drawingml/2006/main" w="12700">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SlideNo">
            <a:extLst xmlns:a="http://schemas.openxmlformats.org/drawingml/2006/main">
              <a:ext uri="{FF2B5EF4-FFF2-40B4-BE49-F238E27FC236}">
                <a16:creationId xmlns:a16="http://schemas.microsoft.com/office/drawing/2014/main" id="{38421263-546B-D45A-D197-054B03EC7344}"/>
              </a:ext>
            </a:extLst>
          </p:cNvPr>
          <p:cNvSpPr>
            <a:spLocks xmlns:a="http://schemas.openxmlformats.org/drawingml/2006/main" noGrp="1"/>
          </p:cNvSpPr>
          <p:nvPr/>
        </p:nvSpPr>
        <p:spPr>
          <a:xfrm xmlns:a="http://schemas.openxmlformats.org/drawingml/2006/main">
            <a:off x="11350046" y="6417917"/>
            <a:ext cx="457200" cy="215252"/>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lvl1pPr marL="0" algn="ctr" defTabSz="457200">
              <a:buNone/>
              <a:defRPr sz="1400" kern="1200">
                <a:solidFill>
                  <a:schemeClr val="tx1">
                    <a:lumMod val="50000"/>
                    <a:lumOff val="50000"/>
                  </a:schemeClr>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marL="0" marR="0" lvl="0" indent="0" algn="r" defTabSz="457200">
              <a:lnSpc>
                <a:spcPct val="150000"/>
              </a:lnSpc>
              <a:spcBef>
                <a:spcPts val="0"/>
              </a:spcBef>
              <a:spcAft>
                <a:spcPts val="0"/>
              </a:spcAft>
              <a:buClrTx/>
              <a:buSzTx/>
              <a:buFontTx/>
              <a:buNone/>
            </a:pPr>
            <a:fld id="{F2030FAF-A4A4-40ED-9EAC-96740896EED7}" type="slidenum">
              <a:rPr sz="1050" b="1" i="0">
                <a:solidFill>
                  <a:schemeClr val="bg1"/>
                </a:solidFill>
                <a:latin typeface="Inter"/>
                <a:ea typeface="Inter"/>
                <a:cs typeface="Inter"/>
              </a:rPr>
              <a:t>‹#›</a:t>
            </a:fld>
            <a:endParaRPr sz="1050" b="1" i="0">
              <a:solidFill>
                <a:schemeClr val="bg1"/>
              </a:solidFill>
              <a:latin typeface="Inter"/>
              <a:ea typeface="Inter"/>
              <a:cs typeface="Inter"/>
            </a:endParaRPr>
          </a:p>
        </p:txBody>
      </p:sp>
    </p:spTree>
  </p:cSld>
</p:sldLayout>
</file>

<file path=ppt/slideLayouts/slideLayout8.xml><?xml version="1.0" encoding="utf-8"?>
<p:sldLayout xmlns:p="http://schemas.openxmlformats.org/presentationml/2006/main" preserve="1" userDrawn="1">
  <p:cSld name="3 column with footer">
    <p:spTree>
      <p:nvGrpSpPr>
        <p:cNvPr id="1" name=""/>
        <p:cNvGrpSpPr/>
        <p:nvPr/>
      </p:nvGrpSpPr>
      <p:grpSpPr>
        <a:xfrm xmlns:a="http://schemas.openxmlformats.org/drawingml/2006/main"/>
      </p:grpSpPr>
      <p:pic>
        <p:nvPicPr>
          <p:cNvPr id="20" name="Picture 3"/>
          <p:cNvPicPr>
            <a:picLocks xmlns:a="http://schemas.openxmlformats.org/drawingml/2006/main" noChangeAspect="1"/>
          </p:cNvPicPr>
          <p:nvPr/>
        </p:nvPicPr>
        <p:blipFill>
          <a:blip xmlns:r="http://schemas.openxmlformats.org/officeDocument/2006/relationships" xmlns:a="http://schemas.openxmlformats.org/drawingml/2006/main" r:embed="Raba8a6bbb37e479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Straight Connector 4">
            <a:extLst xmlns:a="http://schemas.openxmlformats.org/drawingml/2006/main">
              <a:ext uri="{FF2B5EF4-FFF2-40B4-BE49-F238E27FC236}">
                <a16:creationId xmlns:a16="http://schemas.microsoft.com/office/drawing/2014/main" id="{24FC741D-2A12-449C-B7E1-3E4B322D6AE6}"/>
              </a:ext>
            </a:extLst>
          </p:cNvPr>
          <p:cNvSpPr>
            <a:spLocks xmlns:a="http://schemas.openxmlformats.org/drawingml/2006/main" noGrp="1"/>
          </p:cNvSpPr>
          <p:nvPr/>
        </p:nvSpPr>
        <p:spPr>
          <a:xfrm xmlns:a="http://schemas.openxmlformats.org/drawingml/2006/main">
            <a:off x="374815" y="190006"/>
            <a:ext cx="0" cy="499625"/>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Title 4">
            <a:extLst xmlns:a="http://schemas.openxmlformats.org/drawingml/2006/main">
              <a:ext uri="{FF2B5EF4-FFF2-40B4-BE49-F238E27FC236}">
                <a16:creationId xmlns:a16="http://schemas.microsoft.com/office/drawing/2014/main" id="{A9EAAECC-F0A9-C1FE-7F65-2E358CB33A0E}"/>
              </a:ext>
            </a:extLst>
          </p:cNvPr>
          <p:cNvSpPr>
            <a:spLocks xmlns:a="http://schemas.openxmlformats.org/drawingml/2006/main" noGrp="1"/>
          </p:cNvSpPr>
          <p:nvPr>
            <p:ph type="title" idx="0" hasCustomPrompt="1"/>
          </p:nvPr>
        </p:nvSpPr>
        <p:spPr>
          <a:xfrm xmlns:a="http://schemas.openxmlformats.org/drawingml/2006/main">
            <a:off x="571502" y="140230"/>
            <a:ext cx="11245354" cy="643541"/>
          </a:xfrm>
          <a:prstGeom xmlns:a="http://schemas.openxmlformats.org/drawingml/2006/main" prst="rect">
            <a:avLst/>
          </a:prstGeom>
          <a:ln xmlns:a="http://schemas.openxmlformats.org/drawingml/2006/main">
            <a:noFill/>
          </a:ln>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2400" b="1" i="0" kern="1200">
                <a:solidFill>
                  <a:schemeClr val="tx1"/>
                </a:solidFill>
                <a:latin typeface="Inter"/>
                <a:ea typeface="Inter"/>
                <a:cs typeface="Inter"/>
              </a:defRPr>
            </a:lvl1pPr>
          </a:lstStyle>
          <a:p xmlns:a="http://schemas.openxmlformats.org/drawingml/2006/main">
            <a:r>
              <a:t>Click to edit title</a:t>
            </a:r>
          </a:p>
        </p:txBody>
      </p:sp>
      <p:sp>
        <p:nvSpPr>
          <p:cNvPr id="6" name="Text Placeholder 15">
            <a:extLst xmlns:a="http://schemas.openxmlformats.org/drawingml/2006/main">
              <a:ext uri="{FF2B5EF4-FFF2-40B4-BE49-F238E27FC236}">
                <a16:creationId xmlns:a16="http://schemas.microsoft.com/office/drawing/2014/main" id="{66FCFC84-4169-24DB-2333-D23CE5D8A1BC}"/>
              </a:ext>
            </a:extLst>
          </p:cNvPr>
          <p:cNvSpPr>
            <a:spLocks xmlns:a="http://schemas.openxmlformats.org/drawingml/2006/main" noGrp="1"/>
          </p:cNvSpPr>
          <p:nvPr>
            <p:ph type="body" idx="26"/>
          </p:nvPr>
        </p:nvSpPr>
        <p:spPr>
          <a:xfrm xmlns:a="http://schemas.openxmlformats.org/drawingml/2006/main">
            <a:off x="384754" y="1580162"/>
            <a:ext cx="3621087" cy="4209525"/>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12" name="Text Placeholder 5">
            <a:extLst xmlns:a="http://schemas.openxmlformats.org/drawingml/2006/main">
              <a:ext uri="{FF2B5EF4-FFF2-40B4-BE49-F238E27FC236}">
                <a16:creationId xmlns:a16="http://schemas.microsoft.com/office/drawing/2014/main" id="{B6287B6D-E416-1BE9-6BF5-84087E7F8F87}"/>
              </a:ext>
            </a:extLst>
          </p:cNvPr>
          <p:cNvSpPr>
            <a:spLocks xmlns:a="http://schemas.openxmlformats.org/drawingml/2006/main" noGrp="1"/>
          </p:cNvSpPr>
          <p:nvPr>
            <p:ph type="body" idx="24" hasCustomPrompt="1"/>
          </p:nvPr>
        </p:nvSpPr>
        <p:spPr>
          <a:xfrm xmlns:a="http://schemas.openxmlformats.org/drawingml/2006/main">
            <a:off x="384754" y="1068313"/>
            <a:ext cx="3621087" cy="294253"/>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Inter"/>
                <a:ea typeface="Inter"/>
                <a:cs typeface="Inter"/>
              </a:defRPr>
            </a:lvl1pPr>
          </a:lstStyle>
          <a:p xmlns:a="http://schemas.openxmlformats.org/drawingml/2006/main">
            <a:pPr lvl="0">
              <a:buNone/>
            </a:pPr>
            <a:r>
              <a:t>Heading 1</a:t>
            </a:r>
          </a:p>
        </p:txBody>
      </p:sp>
      <p:sp>
        <p:nvSpPr>
          <p:cNvPr id="13" name="Text Placeholder 5">
            <a:extLst xmlns:a="http://schemas.openxmlformats.org/drawingml/2006/main">
              <a:ext uri="{FF2B5EF4-FFF2-40B4-BE49-F238E27FC236}">
                <a16:creationId xmlns:a16="http://schemas.microsoft.com/office/drawing/2014/main" id="{1FF6D979-3871-A0B6-236F-95CC045055D6}"/>
              </a:ext>
            </a:extLst>
          </p:cNvPr>
          <p:cNvSpPr>
            <a:spLocks xmlns:a="http://schemas.openxmlformats.org/drawingml/2006/main" noGrp="1"/>
          </p:cNvSpPr>
          <p:nvPr>
            <p:ph type="body" idx="22" hasCustomPrompt="1"/>
          </p:nvPr>
        </p:nvSpPr>
        <p:spPr>
          <a:xfrm xmlns:a="http://schemas.openxmlformats.org/drawingml/2006/main">
            <a:off x="4285368" y="1068313"/>
            <a:ext cx="3621087" cy="294253"/>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Inter"/>
                <a:ea typeface="Inter"/>
                <a:cs typeface="Inter"/>
              </a:defRPr>
            </a:lvl1pPr>
          </a:lstStyle>
          <a:p xmlns:a="http://schemas.openxmlformats.org/drawingml/2006/main">
            <a:pPr lvl="0">
              <a:buNone/>
            </a:pPr>
            <a:r>
              <a:t>Heading 2</a:t>
            </a:r>
          </a:p>
        </p:txBody>
      </p:sp>
      <p:sp>
        <p:nvSpPr>
          <p:cNvPr id="14" name="Text Placeholder 5">
            <a:extLst xmlns:a="http://schemas.openxmlformats.org/drawingml/2006/main">
              <a:ext uri="{FF2B5EF4-FFF2-40B4-BE49-F238E27FC236}">
                <a16:creationId xmlns:a16="http://schemas.microsoft.com/office/drawing/2014/main" id="{9D11335F-CE71-3101-D528-65EC3FAEB137}"/>
              </a:ext>
            </a:extLst>
          </p:cNvPr>
          <p:cNvSpPr>
            <a:spLocks xmlns:a="http://schemas.openxmlformats.org/drawingml/2006/main" noGrp="1"/>
          </p:cNvSpPr>
          <p:nvPr>
            <p:ph type="body" idx="23" hasCustomPrompt="1"/>
          </p:nvPr>
        </p:nvSpPr>
        <p:spPr>
          <a:xfrm xmlns:a="http://schemas.openxmlformats.org/drawingml/2006/main">
            <a:off x="8185982" y="1068313"/>
            <a:ext cx="3621087" cy="294253"/>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Inter"/>
                <a:ea typeface="Inter"/>
                <a:cs typeface="Inter"/>
              </a:defRPr>
            </a:lvl1pPr>
          </a:lstStyle>
          <a:p xmlns:a="http://schemas.openxmlformats.org/drawingml/2006/main">
            <a:pPr lvl="0">
              <a:buNone/>
            </a:pPr>
            <a:r>
              <a:t>Heading 3</a:t>
            </a:r>
          </a:p>
        </p:txBody>
      </p:sp>
      <p:sp>
        <p:nvSpPr>
          <p:cNvPr id="15" name="Text Placeholder 15">
            <a:extLst xmlns:a="http://schemas.openxmlformats.org/drawingml/2006/main">
              <a:ext uri="{FF2B5EF4-FFF2-40B4-BE49-F238E27FC236}">
                <a16:creationId xmlns:a16="http://schemas.microsoft.com/office/drawing/2014/main" id="{D642ADFC-E377-8EE8-4490-6192EF2B8315}"/>
              </a:ext>
            </a:extLst>
          </p:cNvPr>
          <p:cNvSpPr>
            <a:spLocks xmlns:a="http://schemas.openxmlformats.org/drawingml/2006/main" noGrp="1"/>
          </p:cNvSpPr>
          <p:nvPr>
            <p:ph type="body" idx="27"/>
          </p:nvPr>
        </p:nvSpPr>
        <p:spPr>
          <a:xfrm xmlns:a="http://schemas.openxmlformats.org/drawingml/2006/main">
            <a:off x="4288539" y="1580162"/>
            <a:ext cx="3621087" cy="4209525"/>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16" name="Text Placeholder 15">
            <a:extLst xmlns:a="http://schemas.openxmlformats.org/drawingml/2006/main">
              <a:ext uri="{FF2B5EF4-FFF2-40B4-BE49-F238E27FC236}">
                <a16:creationId xmlns:a16="http://schemas.microsoft.com/office/drawing/2014/main" id="{64413EAE-BE00-6163-1DE2-32D85C46E7DB}"/>
              </a:ext>
            </a:extLst>
          </p:cNvPr>
          <p:cNvSpPr>
            <a:spLocks xmlns:a="http://schemas.openxmlformats.org/drawingml/2006/main" noGrp="1"/>
          </p:cNvSpPr>
          <p:nvPr>
            <p:ph type="body" idx="28"/>
          </p:nvPr>
        </p:nvSpPr>
        <p:spPr>
          <a:xfrm xmlns:a="http://schemas.openxmlformats.org/drawingml/2006/main">
            <a:off x="8192324" y="1580162"/>
            <a:ext cx="3621087" cy="4209525"/>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17" name="Straight Connector 16">
            <a:extLst xmlns:a="http://schemas.openxmlformats.org/drawingml/2006/main">
              <a:ext uri="{FF2B5EF4-FFF2-40B4-BE49-F238E27FC236}">
                <a16:creationId xmlns:a16="http://schemas.microsoft.com/office/drawing/2014/main" id="{932A1738-2431-4B41-B266-A78EEF47F2B1}"/>
              </a:ext>
            </a:extLst>
          </p:cNvPr>
          <p:cNvSpPr>
            <a:spLocks xmlns:a="http://schemas.openxmlformats.org/drawingml/2006/main" noGrp="1"/>
          </p:cNvSpPr>
          <p:nvPr/>
        </p:nvSpPr>
        <p:spPr>
          <a:xfrm xmlns:a="http://schemas.openxmlformats.org/drawingml/2006/main">
            <a:off x="4147861" y="1068313"/>
            <a:ext cx="0" cy="4721374"/>
          </a:xfrm>
          <a:prstGeom xmlns:a="http://schemas.openxmlformats.org/drawingml/2006/main" prst="line">
            <a:avLst/>
          </a:prstGeom>
          <a:ln xmlns:a="http://schemas.openxmlformats.org/drawingml/2006/main" w="12700">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Straight Connector 17">
            <a:extLst xmlns:a="http://schemas.openxmlformats.org/drawingml/2006/main">
              <a:ext uri="{FF2B5EF4-FFF2-40B4-BE49-F238E27FC236}">
                <a16:creationId xmlns:a16="http://schemas.microsoft.com/office/drawing/2014/main" id="{C766BF4C-A89A-423C-8A50-CF546F58A15E}"/>
              </a:ext>
            </a:extLst>
          </p:cNvPr>
          <p:cNvSpPr>
            <a:spLocks xmlns:a="http://schemas.openxmlformats.org/drawingml/2006/main" noGrp="1"/>
          </p:cNvSpPr>
          <p:nvPr/>
        </p:nvSpPr>
        <p:spPr>
          <a:xfrm xmlns:a="http://schemas.openxmlformats.org/drawingml/2006/main">
            <a:off x="8051646" y="1068313"/>
            <a:ext cx="0" cy="4721374"/>
          </a:xfrm>
          <a:prstGeom xmlns:a="http://schemas.openxmlformats.org/drawingml/2006/main" prst="line">
            <a:avLst/>
          </a:prstGeom>
          <a:ln xmlns:a="http://schemas.openxmlformats.org/drawingml/2006/main" w="12700">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SlideNo">
            <a:extLst xmlns:a="http://schemas.openxmlformats.org/drawingml/2006/main">
              <a:ext uri="{FF2B5EF4-FFF2-40B4-BE49-F238E27FC236}">
                <a16:creationId xmlns:a16="http://schemas.microsoft.com/office/drawing/2014/main" id="{C188A6C2-DA8B-5991-172C-570549D8CE1B}"/>
              </a:ext>
            </a:extLst>
          </p:cNvPr>
          <p:cNvSpPr>
            <a:spLocks xmlns:a="http://schemas.openxmlformats.org/drawingml/2006/main" noGrp="1"/>
          </p:cNvSpPr>
          <p:nvPr/>
        </p:nvSpPr>
        <p:spPr>
          <a:xfrm xmlns:a="http://schemas.openxmlformats.org/drawingml/2006/main">
            <a:off x="11350046" y="6417917"/>
            <a:ext cx="457200" cy="215252"/>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lvl1pPr marL="0" algn="ctr" defTabSz="457200">
              <a:buNone/>
              <a:defRPr sz="1400" kern="1200">
                <a:solidFill>
                  <a:schemeClr val="tx1">
                    <a:lumMod val="50000"/>
                    <a:lumOff val="50000"/>
                  </a:schemeClr>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marL="0" marR="0" lvl="0" indent="0" algn="r" defTabSz="457200">
              <a:lnSpc>
                <a:spcPct val="150000"/>
              </a:lnSpc>
              <a:spcBef>
                <a:spcPts val="0"/>
              </a:spcBef>
              <a:spcAft>
                <a:spcPts val="0"/>
              </a:spcAft>
              <a:buClrTx/>
              <a:buSzTx/>
              <a:buFontTx/>
              <a:buNone/>
            </a:pPr>
            <a:fld id="{F2030FAF-A4A4-40ED-9EAC-96740896EED7}" type="slidenum">
              <a:rPr sz="1050" b="1" i="0">
                <a:solidFill>
                  <a:schemeClr val="bg1"/>
                </a:solidFill>
                <a:latin typeface="Inter"/>
                <a:ea typeface="Inter"/>
                <a:cs typeface="Inter"/>
              </a:rPr>
              <a:t>‹#›</a:t>
            </a:fld>
            <a:endParaRPr sz="1050" b="1" i="0">
              <a:solidFill>
                <a:schemeClr val="bg1"/>
              </a:solidFill>
              <a:latin typeface="Inter"/>
              <a:ea typeface="Inter"/>
              <a:cs typeface="Inter"/>
            </a:endParaRPr>
          </a:p>
        </p:txBody>
      </p:sp>
    </p:spTree>
  </p:cSld>
</p:sldLayout>
</file>

<file path=ppt/slideLayouts/slideLayout9.xml><?xml version="1.0" encoding="utf-8"?>
<p:sldLayout xmlns:p="http://schemas.openxmlformats.org/presentationml/2006/main" preserve="1" userDrawn="1">
  <p:cSld name="4 column with footer">
    <p:spTree>
      <p:nvGrpSpPr>
        <p:cNvPr id="1" name=""/>
        <p:cNvGrpSpPr/>
        <p:nvPr/>
      </p:nvGrpSpPr>
      <p:grpSpPr>
        <a:xfrm xmlns:a="http://schemas.openxmlformats.org/drawingml/2006/main"/>
      </p:grpSpPr>
      <p:pic>
        <p:nvPicPr>
          <p:cNvPr id="23" name="Picture 3"/>
          <p:cNvPicPr>
            <a:picLocks xmlns:a="http://schemas.openxmlformats.org/drawingml/2006/main" noChangeAspect="1"/>
          </p:cNvPicPr>
          <p:nvPr/>
        </p:nvPicPr>
        <p:blipFill>
          <a:blip xmlns:r="http://schemas.openxmlformats.org/officeDocument/2006/relationships" xmlns:a="http://schemas.openxmlformats.org/drawingml/2006/main" r:embed="Rfa688a6809da4f8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Straight Connector 4">
            <a:extLst xmlns:a="http://schemas.openxmlformats.org/drawingml/2006/main">
              <a:ext uri="{FF2B5EF4-FFF2-40B4-BE49-F238E27FC236}">
                <a16:creationId xmlns:a16="http://schemas.microsoft.com/office/drawing/2014/main" id="{A60AF415-C41B-4E54-B25B-EAF5A36D8884}"/>
              </a:ext>
            </a:extLst>
          </p:cNvPr>
          <p:cNvSpPr>
            <a:spLocks xmlns:a="http://schemas.openxmlformats.org/drawingml/2006/main" noGrp="1"/>
          </p:cNvSpPr>
          <p:nvPr/>
        </p:nvSpPr>
        <p:spPr>
          <a:xfrm xmlns:a="http://schemas.openxmlformats.org/drawingml/2006/main">
            <a:off x="374815" y="190006"/>
            <a:ext cx="0" cy="499625"/>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Title 4">
            <a:extLst xmlns:a="http://schemas.openxmlformats.org/drawingml/2006/main">
              <a:ext uri="{FF2B5EF4-FFF2-40B4-BE49-F238E27FC236}">
                <a16:creationId xmlns:a16="http://schemas.microsoft.com/office/drawing/2014/main" id="{A9EAAECC-F0A9-C1FE-7F65-2E358CB33A0E}"/>
              </a:ext>
            </a:extLst>
          </p:cNvPr>
          <p:cNvSpPr>
            <a:spLocks xmlns:a="http://schemas.openxmlformats.org/drawingml/2006/main" noGrp="1"/>
          </p:cNvSpPr>
          <p:nvPr>
            <p:ph type="title" idx="0" hasCustomPrompt="1"/>
          </p:nvPr>
        </p:nvSpPr>
        <p:spPr>
          <a:xfrm xmlns:a="http://schemas.openxmlformats.org/drawingml/2006/main">
            <a:off x="571502" y="140230"/>
            <a:ext cx="11245354" cy="643541"/>
          </a:xfrm>
          <a:prstGeom xmlns:a="http://schemas.openxmlformats.org/drawingml/2006/main" prst="rect">
            <a:avLst/>
          </a:prstGeom>
          <a:ln xmlns:a="http://schemas.openxmlformats.org/drawingml/2006/main">
            <a:noFill/>
          </a:ln>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2400" b="1" i="0" kern="1200">
                <a:solidFill>
                  <a:schemeClr val="tx1"/>
                </a:solidFill>
                <a:latin typeface="Inter"/>
                <a:ea typeface="Inter"/>
                <a:cs typeface="Inter"/>
              </a:defRPr>
            </a:lvl1pPr>
          </a:lstStyle>
          <a:p xmlns:a="http://schemas.openxmlformats.org/drawingml/2006/main">
            <a:r>
              <a:t>Click to edit title</a:t>
            </a:r>
          </a:p>
        </p:txBody>
      </p:sp>
      <p:sp>
        <p:nvSpPr>
          <p:cNvPr id="6" name="Text Placeholder 15">
            <a:extLst xmlns:a="http://schemas.openxmlformats.org/drawingml/2006/main">
              <a:ext uri="{FF2B5EF4-FFF2-40B4-BE49-F238E27FC236}">
                <a16:creationId xmlns:a16="http://schemas.microsoft.com/office/drawing/2014/main" id="{4B94BC45-EE16-BB7A-1F8A-3761A1742525}"/>
              </a:ext>
            </a:extLst>
          </p:cNvPr>
          <p:cNvSpPr>
            <a:spLocks xmlns:a="http://schemas.openxmlformats.org/drawingml/2006/main" noGrp="1"/>
          </p:cNvSpPr>
          <p:nvPr>
            <p:ph type="body" idx="28"/>
          </p:nvPr>
        </p:nvSpPr>
        <p:spPr>
          <a:xfrm xmlns:a="http://schemas.openxmlformats.org/drawingml/2006/main">
            <a:off x="384755" y="1580162"/>
            <a:ext cx="2604628" cy="4188907"/>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12" name="Text Placeholder 5">
            <a:extLst xmlns:a="http://schemas.openxmlformats.org/drawingml/2006/main">
              <a:ext uri="{FF2B5EF4-FFF2-40B4-BE49-F238E27FC236}">
                <a16:creationId xmlns:a16="http://schemas.microsoft.com/office/drawing/2014/main" id="{A93B1EF7-E461-96B8-3427-CB7021EE1248}"/>
              </a:ext>
            </a:extLst>
          </p:cNvPr>
          <p:cNvSpPr>
            <a:spLocks xmlns:a="http://schemas.openxmlformats.org/drawingml/2006/main" noGrp="1"/>
          </p:cNvSpPr>
          <p:nvPr>
            <p:ph type="body" idx="26" hasCustomPrompt="1"/>
          </p:nvPr>
        </p:nvSpPr>
        <p:spPr>
          <a:xfrm xmlns:a="http://schemas.openxmlformats.org/drawingml/2006/main">
            <a:off x="384754" y="1068313"/>
            <a:ext cx="2604628"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mj-lt"/>
                <a:ea typeface="+mj-lt"/>
                <a:cs typeface="+mj-lt"/>
              </a:defRPr>
            </a:lvl1pPr>
          </a:lstStyle>
          <a:p xmlns:a="http://schemas.openxmlformats.org/drawingml/2006/main">
            <a:pPr lvl="0">
              <a:buNone/>
            </a:pPr>
            <a:r>
              <a:t>Heading 1</a:t>
            </a:r>
          </a:p>
        </p:txBody>
      </p:sp>
      <p:sp>
        <p:nvSpPr>
          <p:cNvPr id="13" name="Text Placeholder 5">
            <a:extLst xmlns:a="http://schemas.openxmlformats.org/drawingml/2006/main">
              <a:ext uri="{FF2B5EF4-FFF2-40B4-BE49-F238E27FC236}">
                <a16:creationId xmlns:a16="http://schemas.microsoft.com/office/drawing/2014/main" id="{D4038437-BB45-5E92-1E41-D92B26EF1572}"/>
              </a:ext>
            </a:extLst>
          </p:cNvPr>
          <p:cNvSpPr>
            <a:spLocks xmlns:a="http://schemas.openxmlformats.org/drawingml/2006/main" noGrp="1"/>
          </p:cNvSpPr>
          <p:nvPr>
            <p:ph type="body" idx="29" hasCustomPrompt="1"/>
          </p:nvPr>
        </p:nvSpPr>
        <p:spPr>
          <a:xfrm xmlns:a="http://schemas.openxmlformats.org/drawingml/2006/main">
            <a:off x="3326097" y="1068313"/>
            <a:ext cx="2604628"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mj-lt"/>
                <a:ea typeface="+mj-lt"/>
                <a:cs typeface="+mj-lt"/>
              </a:defRPr>
            </a:lvl1pPr>
          </a:lstStyle>
          <a:p xmlns:a="http://schemas.openxmlformats.org/drawingml/2006/main">
            <a:pPr lvl="0">
              <a:buNone/>
            </a:pPr>
            <a:r>
              <a:t>Heading 2</a:t>
            </a:r>
          </a:p>
        </p:txBody>
      </p:sp>
      <p:sp>
        <p:nvSpPr>
          <p:cNvPr id="14" name="Text Placeholder 5">
            <a:extLst xmlns:a="http://schemas.openxmlformats.org/drawingml/2006/main">
              <a:ext uri="{FF2B5EF4-FFF2-40B4-BE49-F238E27FC236}">
                <a16:creationId xmlns:a16="http://schemas.microsoft.com/office/drawing/2014/main" id="{7CDAFE3B-50A1-F0A9-2BB6-EEFE72CFDB2D}"/>
              </a:ext>
            </a:extLst>
          </p:cNvPr>
          <p:cNvSpPr>
            <a:spLocks xmlns:a="http://schemas.openxmlformats.org/drawingml/2006/main" noGrp="1"/>
          </p:cNvSpPr>
          <p:nvPr>
            <p:ph type="body" idx="30" hasCustomPrompt="1"/>
          </p:nvPr>
        </p:nvSpPr>
        <p:spPr>
          <a:xfrm xmlns:a="http://schemas.openxmlformats.org/drawingml/2006/main">
            <a:off x="6267440" y="1068313"/>
            <a:ext cx="2604628"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mj-lt"/>
                <a:ea typeface="+mj-lt"/>
                <a:cs typeface="+mj-lt"/>
              </a:defRPr>
            </a:lvl1pPr>
          </a:lstStyle>
          <a:p xmlns:a="http://schemas.openxmlformats.org/drawingml/2006/main">
            <a:pPr lvl="0">
              <a:buNone/>
            </a:pPr>
            <a:r>
              <a:t>Heading 3</a:t>
            </a:r>
          </a:p>
        </p:txBody>
      </p:sp>
      <p:sp>
        <p:nvSpPr>
          <p:cNvPr id="15" name="Text Placeholder 5">
            <a:extLst xmlns:a="http://schemas.openxmlformats.org/drawingml/2006/main">
              <a:ext uri="{FF2B5EF4-FFF2-40B4-BE49-F238E27FC236}">
                <a16:creationId xmlns:a16="http://schemas.microsoft.com/office/drawing/2014/main" id="{392EDF45-F798-478C-79A2-CFB823E52FD6}"/>
              </a:ext>
            </a:extLst>
          </p:cNvPr>
          <p:cNvSpPr>
            <a:spLocks xmlns:a="http://schemas.openxmlformats.org/drawingml/2006/main" noGrp="1"/>
          </p:cNvSpPr>
          <p:nvPr>
            <p:ph type="body" idx="32" hasCustomPrompt="1"/>
          </p:nvPr>
        </p:nvSpPr>
        <p:spPr>
          <a:xfrm xmlns:a="http://schemas.openxmlformats.org/drawingml/2006/main">
            <a:off x="9208784" y="1068313"/>
            <a:ext cx="2604628"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mj-lt"/>
                <a:ea typeface="+mj-lt"/>
                <a:cs typeface="+mj-lt"/>
              </a:defRPr>
            </a:lvl1pPr>
          </a:lstStyle>
          <a:p xmlns:a="http://schemas.openxmlformats.org/drawingml/2006/main">
            <a:pPr lvl="0">
              <a:buNone/>
            </a:pPr>
            <a:r>
              <a:t>Heading 4</a:t>
            </a:r>
          </a:p>
        </p:txBody>
      </p:sp>
      <p:sp>
        <p:nvSpPr>
          <p:cNvPr id="16" name="Text Placeholder 15">
            <a:extLst xmlns:a="http://schemas.openxmlformats.org/drawingml/2006/main">
              <a:ext uri="{FF2B5EF4-FFF2-40B4-BE49-F238E27FC236}">
                <a16:creationId xmlns:a16="http://schemas.microsoft.com/office/drawing/2014/main" id="{436F22EE-D8C2-A31E-4F60-F8DD5F236767}"/>
              </a:ext>
            </a:extLst>
          </p:cNvPr>
          <p:cNvSpPr>
            <a:spLocks xmlns:a="http://schemas.openxmlformats.org/drawingml/2006/main" noGrp="1"/>
          </p:cNvSpPr>
          <p:nvPr>
            <p:ph type="body" idx="33"/>
          </p:nvPr>
        </p:nvSpPr>
        <p:spPr>
          <a:xfrm xmlns:a="http://schemas.openxmlformats.org/drawingml/2006/main">
            <a:off x="3327247" y="1580162"/>
            <a:ext cx="2604628" cy="4188907"/>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17" name="Text Placeholder 15">
            <a:extLst xmlns:a="http://schemas.openxmlformats.org/drawingml/2006/main">
              <a:ext uri="{FF2B5EF4-FFF2-40B4-BE49-F238E27FC236}">
                <a16:creationId xmlns:a16="http://schemas.microsoft.com/office/drawing/2014/main" id="{8C6C42F1-BCE9-8875-C6ED-CBFBD852FEB9}"/>
              </a:ext>
            </a:extLst>
          </p:cNvPr>
          <p:cNvSpPr>
            <a:spLocks xmlns:a="http://schemas.openxmlformats.org/drawingml/2006/main" noGrp="1"/>
          </p:cNvSpPr>
          <p:nvPr>
            <p:ph type="body" idx="34"/>
          </p:nvPr>
        </p:nvSpPr>
        <p:spPr>
          <a:xfrm xmlns:a="http://schemas.openxmlformats.org/drawingml/2006/main">
            <a:off x="6269739" y="1580162"/>
            <a:ext cx="2604628" cy="4188907"/>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18" name="Text Placeholder 15">
            <a:extLst xmlns:a="http://schemas.openxmlformats.org/drawingml/2006/main">
              <a:ext uri="{FF2B5EF4-FFF2-40B4-BE49-F238E27FC236}">
                <a16:creationId xmlns:a16="http://schemas.microsoft.com/office/drawing/2014/main" id="{3B14E148-8C92-43A7-38CC-C3B3AD5535F2}"/>
              </a:ext>
            </a:extLst>
          </p:cNvPr>
          <p:cNvSpPr>
            <a:spLocks xmlns:a="http://schemas.openxmlformats.org/drawingml/2006/main" noGrp="1"/>
          </p:cNvSpPr>
          <p:nvPr>
            <p:ph type="body" idx="35"/>
          </p:nvPr>
        </p:nvSpPr>
        <p:spPr>
          <a:xfrm xmlns:a="http://schemas.openxmlformats.org/drawingml/2006/main">
            <a:off x="9200508" y="1580162"/>
            <a:ext cx="2604628" cy="4188907"/>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19" name="Straight Connector 18">
            <a:extLst xmlns:a="http://schemas.openxmlformats.org/drawingml/2006/main">
              <a:ext uri="{FF2B5EF4-FFF2-40B4-BE49-F238E27FC236}">
                <a16:creationId xmlns:a16="http://schemas.microsoft.com/office/drawing/2014/main" id="{664FFC33-9D12-458A-90E9-A466024C908F}"/>
              </a:ext>
            </a:extLst>
          </p:cNvPr>
          <p:cNvSpPr>
            <a:spLocks xmlns:a="http://schemas.openxmlformats.org/drawingml/2006/main" noGrp="1"/>
          </p:cNvSpPr>
          <p:nvPr/>
        </p:nvSpPr>
        <p:spPr>
          <a:xfrm xmlns:a="http://schemas.openxmlformats.org/drawingml/2006/main">
            <a:off x="3151400" y="1068313"/>
            <a:ext cx="0" cy="4700756"/>
          </a:xfrm>
          <a:prstGeom xmlns:a="http://schemas.openxmlformats.org/drawingml/2006/main" prst="line">
            <a:avLst/>
          </a:prstGeom>
          <a:ln xmlns:a="http://schemas.openxmlformats.org/drawingml/2006/main" w="12700">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0" name="Straight Connector 19">
            <a:extLst xmlns:a="http://schemas.openxmlformats.org/drawingml/2006/main">
              <a:ext uri="{FF2B5EF4-FFF2-40B4-BE49-F238E27FC236}">
                <a16:creationId xmlns:a16="http://schemas.microsoft.com/office/drawing/2014/main" id="{C1FA5AF5-0E1E-4728-9AE8-093D7B582C52}"/>
              </a:ext>
            </a:extLst>
          </p:cNvPr>
          <p:cNvSpPr>
            <a:spLocks xmlns:a="http://schemas.openxmlformats.org/drawingml/2006/main" noGrp="1"/>
          </p:cNvSpPr>
          <p:nvPr/>
        </p:nvSpPr>
        <p:spPr>
          <a:xfrm xmlns:a="http://schemas.openxmlformats.org/drawingml/2006/main" flipH="1">
            <a:off x="6096000" y="1068313"/>
            <a:ext cx="9615" cy="4700756"/>
          </a:xfrm>
          <a:prstGeom xmlns:a="http://schemas.openxmlformats.org/drawingml/2006/main" prst="line">
            <a:avLst/>
          </a:prstGeom>
          <a:ln xmlns:a="http://schemas.openxmlformats.org/drawingml/2006/main" w="12700">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1" name="Straight Connector 20">
            <a:extLst xmlns:a="http://schemas.openxmlformats.org/drawingml/2006/main">
              <a:ext uri="{FF2B5EF4-FFF2-40B4-BE49-F238E27FC236}">
                <a16:creationId xmlns:a16="http://schemas.microsoft.com/office/drawing/2014/main" id="{40E49078-7006-40F9-864F-64BB41C48FA4}"/>
              </a:ext>
            </a:extLst>
          </p:cNvPr>
          <p:cNvSpPr>
            <a:spLocks xmlns:a="http://schemas.openxmlformats.org/drawingml/2006/main" noGrp="1"/>
          </p:cNvSpPr>
          <p:nvPr/>
        </p:nvSpPr>
        <p:spPr>
          <a:xfrm xmlns:a="http://schemas.openxmlformats.org/drawingml/2006/main">
            <a:off x="9036385" y="1068313"/>
            <a:ext cx="0" cy="4700756"/>
          </a:xfrm>
          <a:prstGeom xmlns:a="http://schemas.openxmlformats.org/drawingml/2006/main" prst="line">
            <a:avLst/>
          </a:prstGeom>
          <a:ln xmlns:a="http://schemas.openxmlformats.org/drawingml/2006/main" w="12700">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SlideNo">
            <a:extLst xmlns:a="http://schemas.openxmlformats.org/drawingml/2006/main">
              <a:ext uri="{FF2B5EF4-FFF2-40B4-BE49-F238E27FC236}">
                <a16:creationId xmlns:a16="http://schemas.microsoft.com/office/drawing/2014/main" id="{B742CA32-3FFD-4D75-A81A-E5C9B5F80871}"/>
              </a:ext>
            </a:extLst>
          </p:cNvPr>
          <p:cNvSpPr>
            <a:spLocks xmlns:a="http://schemas.openxmlformats.org/drawingml/2006/main" noGrp="1"/>
          </p:cNvSpPr>
          <p:nvPr/>
        </p:nvSpPr>
        <p:spPr>
          <a:xfrm xmlns:a="http://schemas.openxmlformats.org/drawingml/2006/main">
            <a:off x="11350046" y="6417917"/>
            <a:ext cx="457200" cy="215252"/>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lvl1pPr marL="0" algn="ctr" defTabSz="457200">
              <a:buNone/>
              <a:defRPr sz="1400" kern="1200">
                <a:solidFill>
                  <a:schemeClr val="tx1">
                    <a:lumMod val="50000"/>
                    <a:lumOff val="50000"/>
                  </a:schemeClr>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marL="0" marR="0" lvl="0" indent="0" algn="r" defTabSz="457200">
              <a:lnSpc>
                <a:spcPct val="150000"/>
              </a:lnSpc>
              <a:spcBef>
                <a:spcPts val="0"/>
              </a:spcBef>
              <a:spcAft>
                <a:spcPts val="0"/>
              </a:spcAft>
              <a:buClrTx/>
              <a:buSzTx/>
              <a:buFontTx/>
              <a:buNone/>
            </a:pPr>
            <a:fld id="{F2030FAF-A4A4-40ED-9EAC-96740896EED7}" type="slidenum">
              <a:rPr sz="1050" b="1" i="0">
                <a:solidFill>
                  <a:schemeClr val="bg1"/>
                </a:solidFill>
                <a:latin typeface="Inter"/>
                <a:ea typeface="Inter"/>
                <a:cs typeface="Inter"/>
              </a:rPr>
              <a:t>‹#›</a:t>
            </a:fld>
            <a:endParaRPr sz="1050" b="1" i="0">
              <a:solidFill>
                <a:schemeClr val="bg1"/>
              </a:solidFill>
              <a:latin typeface="Inter"/>
              <a:ea typeface="Inter"/>
              <a:cs typeface="Inter"/>
            </a:endParaRPr>
          </a:p>
        </p:txBody>
      </p:sp>
    </p:spTree>
  </p:cSld>
</p:sldLayout>
</file>

<file path=ppt/slideLayouts/slideLayout10.xml><?xml version="1.0" encoding="utf-8"?>
<p:sldLayout xmlns:p="http://schemas.openxmlformats.org/presentationml/2006/main" preserve="1" userDrawn="1">
  <p:cSld name="6 boxes with footer">
    <p:spTree>
      <p:nvGrpSpPr>
        <p:cNvPr id="1" name=""/>
        <p:cNvGrpSpPr/>
        <p:nvPr/>
      </p:nvGrpSpPr>
      <p:grpSpPr>
        <a:xfrm xmlns:a="http://schemas.openxmlformats.org/drawingml/2006/main"/>
      </p:grpSpPr>
      <p:pic>
        <p:nvPicPr>
          <p:cNvPr id="26" name="Picture 3"/>
          <p:cNvPicPr>
            <a:picLocks xmlns:a="http://schemas.openxmlformats.org/drawingml/2006/main" noChangeAspect="1"/>
          </p:cNvPicPr>
          <p:nvPr/>
        </p:nvPicPr>
        <p:blipFill>
          <a:blip xmlns:r="http://schemas.openxmlformats.org/officeDocument/2006/relationships" xmlns:a="http://schemas.openxmlformats.org/drawingml/2006/main" r:embed="R40335ef20e3e4fe9"/>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Straight Connector 4">
            <a:extLst xmlns:a="http://schemas.openxmlformats.org/drawingml/2006/main">
              <a:ext uri="{FF2B5EF4-FFF2-40B4-BE49-F238E27FC236}">
                <a16:creationId xmlns:a16="http://schemas.microsoft.com/office/drawing/2014/main" id="{BB2EA35D-D90E-4735-8669-BC59C4564CF1}"/>
              </a:ext>
            </a:extLst>
          </p:cNvPr>
          <p:cNvSpPr>
            <a:spLocks xmlns:a="http://schemas.openxmlformats.org/drawingml/2006/main" noGrp="1"/>
          </p:cNvSpPr>
          <p:nvPr/>
        </p:nvSpPr>
        <p:spPr>
          <a:xfrm xmlns:a="http://schemas.openxmlformats.org/drawingml/2006/main">
            <a:off x="374815" y="190006"/>
            <a:ext cx="0" cy="499625"/>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Title 4">
            <a:extLst xmlns:a="http://schemas.openxmlformats.org/drawingml/2006/main">
              <a:ext uri="{FF2B5EF4-FFF2-40B4-BE49-F238E27FC236}">
                <a16:creationId xmlns:a16="http://schemas.microsoft.com/office/drawing/2014/main" id="{A9EAAECC-F0A9-C1FE-7F65-2E358CB33A0E}"/>
              </a:ext>
            </a:extLst>
          </p:cNvPr>
          <p:cNvSpPr>
            <a:spLocks xmlns:a="http://schemas.openxmlformats.org/drawingml/2006/main" noGrp="1"/>
          </p:cNvSpPr>
          <p:nvPr>
            <p:ph type="title" idx="0" hasCustomPrompt="1"/>
          </p:nvPr>
        </p:nvSpPr>
        <p:spPr>
          <a:xfrm xmlns:a="http://schemas.openxmlformats.org/drawingml/2006/main">
            <a:off x="571502" y="140230"/>
            <a:ext cx="11245354" cy="643541"/>
          </a:xfrm>
          <a:prstGeom xmlns:a="http://schemas.openxmlformats.org/drawingml/2006/main" prst="rect">
            <a:avLst/>
          </a:prstGeom>
          <a:ln xmlns:a="http://schemas.openxmlformats.org/drawingml/2006/main">
            <a:noFill/>
          </a:ln>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2400" b="1" i="0" kern="1200">
                <a:solidFill>
                  <a:schemeClr val="tx1"/>
                </a:solidFill>
                <a:latin typeface="Inter"/>
                <a:ea typeface="Inter"/>
                <a:cs typeface="Inter"/>
              </a:defRPr>
            </a:lvl1pPr>
          </a:lstStyle>
          <a:p xmlns:a="http://schemas.openxmlformats.org/drawingml/2006/main">
            <a:r>
              <a:t>Click to edit title</a:t>
            </a:r>
          </a:p>
        </p:txBody>
      </p:sp>
      <p:sp>
        <p:nvSpPr>
          <p:cNvPr id="6" name="Text Placeholder 15">
            <a:extLst xmlns:a="http://schemas.openxmlformats.org/drawingml/2006/main">
              <a:ext uri="{FF2B5EF4-FFF2-40B4-BE49-F238E27FC236}">
                <a16:creationId xmlns:a16="http://schemas.microsoft.com/office/drawing/2014/main" id="{76E13248-217B-B539-088B-83C58BE5D0BD}"/>
              </a:ext>
            </a:extLst>
          </p:cNvPr>
          <p:cNvSpPr>
            <a:spLocks xmlns:a="http://schemas.openxmlformats.org/drawingml/2006/main" noGrp="1"/>
          </p:cNvSpPr>
          <p:nvPr>
            <p:ph type="body" idx="35"/>
          </p:nvPr>
        </p:nvSpPr>
        <p:spPr>
          <a:xfrm xmlns:a="http://schemas.openxmlformats.org/drawingml/2006/main">
            <a:off x="364399" y="1556717"/>
            <a:ext cx="3438501" cy="1848838"/>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12" name="Straight Connector 11">
            <a:extLst xmlns:a="http://schemas.openxmlformats.org/drawingml/2006/main">
              <a:ext uri="{FF2B5EF4-FFF2-40B4-BE49-F238E27FC236}">
                <a16:creationId xmlns:a16="http://schemas.microsoft.com/office/drawing/2014/main" id="{7AFD8A15-D639-4067-B1B2-88B0F3053EF9}"/>
              </a:ext>
            </a:extLst>
          </p:cNvPr>
          <p:cNvSpPr>
            <a:spLocks xmlns:a="http://schemas.openxmlformats.org/drawingml/2006/main" noGrp="1"/>
          </p:cNvSpPr>
          <p:nvPr/>
        </p:nvSpPr>
        <p:spPr>
          <a:xfrm xmlns:a="http://schemas.openxmlformats.org/drawingml/2006/main">
            <a:off x="4112692" y="1068313"/>
            <a:ext cx="0" cy="4570486"/>
          </a:xfrm>
          <a:prstGeom xmlns:a="http://schemas.openxmlformats.org/drawingml/2006/main" prst="line">
            <a:avLst/>
          </a:prstGeom>
          <a:ln xmlns:a="http://schemas.openxmlformats.org/drawingml/2006/main" w="12700">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3" name="Straight Connector 12">
            <a:extLst xmlns:a="http://schemas.openxmlformats.org/drawingml/2006/main">
              <a:ext uri="{FF2B5EF4-FFF2-40B4-BE49-F238E27FC236}">
                <a16:creationId xmlns:a16="http://schemas.microsoft.com/office/drawing/2014/main" id="{ABF59631-9DA6-475A-9935-CA1AA80A973B}"/>
              </a:ext>
            </a:extLst>
          </p:cNvPr>
          <p:cNvSpPr>
            <a:spLocks xmlns:a="http://schemas.openxmlformats.org/drawingml/2006/main" noGrp="1"/>
          </p:cNvSpPr>
          <p:nvPr/>
        </p:nvSpPr>
        <p:spPr>
          <a:xfrm xmlns:a="http://schemas.openxmlformats.org/drawingml/2006/main">
            <a:off x="8121985" y="1068313"/>
            <a:ext cx="0" cy="4570486"/>
          </a:xfrm>
          <a:prstGeom xmlns:a="http://schemas.openxmlformats.org/drawingml/2006/main" prst="line">
            <a:avLst/>
          </a:prstGeom>
          <a:ln xmlns:a="http://schemas.openxmlformats.org/drawingml/2006/main" w="12700">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Text Placeholder 5">
            <a:extLst xmlns:a="http://schemas.openxmlformats.org/drawingml/2006/main">
              <a:ext uri="{FF2B5EF4-FFF2-40B4-BE49-F238E27FC236}">
                <a16:creationId xmlns:a16="http://schemas.microsoft.com/office/drawing/2014/main" id="{06A86FF5-2C63-F861-908C-55D570AB3C92}"/>
              </a:ext>
            </a:extLst>
          </p:cNvPr>
          <p:cNvSpPr>
            <a:spLocks xmlns:a="http://schemas.openxmlformats.org/drawingml/2006/main" noGrp="1"/>
          </p:cNvSpPr>
          <p:nvPr>
            <p:ph type="body" idx="28" hasCustomPrompt="1"/>
          </p:nvPr>
        </p:nvSpPr>
        <p:spPr>
          <a:xfrm xmlns:a="http://schemas.openxmlformats.org/drawingml/2006/main">
            <a:off x="384754" y="1068313"/>
            <a:ext cx="3429000"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mj-lt"/>
                <a:ea typeface="+mj-lt"/>
                <a:cs typeface="+mj-lt"/>
              </a:defRPr>
            </a:lvl1pPr>
          </a:lstStyle>
          <a:p xmlns:a="http://schemas.openxmlformats.org/drawingml/2006/main">
            <a:pPr lvl="0">
              <a:buNone/>
            </a:pPr>
            <a:r>
              <a:t>Heading 1</a:t>
            </a:r>
          </a:p>
        </p:txBody>
      </p:sp>
      <p:sp>
        <p:nvSpPr>
          <p:cNvPr id="15" name="Text Placeholder 5">
            <a:extLst xmlns:a="http://schemas.openxmlformats.org/drawingml/2006/main">
              <a:ext uri="{FF2B5EF4-FFF2-40B4-BE49-F238E27FC236}">
                <a16:creationId xmlns:a16="http://schemas.microsoft.com/office/drawing/2014/main" id="{A7E25392-67AA-7B93-2ADC-3A350E4EFB2B}"/>
              </a:ext>
            </a:extLst>
          </p:cNvPr>
          <p:cNvSpPr>
            <a:spLocks xmlns:a="http://schemas.openxmlformats.org/drawingml/2006/main" noGrp="1"/>
          </p:cNvSpPr>
          <p:nvPr>
            <p:ph type="body" idx="34" hasCustomPrompt="1"/>
          </p:nvPr>
        </p:nvSpPr>
        <p:spPr>
          <a:xfrm xmlns:a="http://schemas.openxmlformats.org/drawingml/2006/main">
            <a:off x="384754" y="3706071"/>
            <a:ext cx="3438501"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mj-lt"/>
                <a:ea typeface="+mj-lt"/>
                <a:cs typeface="+mj-lt"/>
              </a:defRPr>
            </a:lvl1pPr>
          </a:lstStyle>
          <a:p xmlns:a="http://schemas.openxmlformats.org/drawingml/2006/main">
            <a:pPr lvl="0">
              <a:buNone/>
            </a:pPr>
            <a:r>
              <a:t>Heading 4</a:t>
            </a:r>
          </a:p>
        </p:txBody>
      </p:sp>
      <p:sp>
        <p:nvSpPr>
          <p:cNvPr id="16" name="Text Placeholder 5">
            <a:extLst xmlns:a="http://schemas.openxmlformats.org/drawingml/2006/main">
              <a:ext uri="{FF2B5EF4-FFF2-40B4-BE49-F238E27FC236}">
                <a16:creationId xmlns:a16="http://schemas.microsoft.com/office/drawing/2014/main" id="{DFA2040C-C258-A5BE-03CD-1990EA3C8E40}"/>
              </a:ext>
            </a:extLst>
          </p:cNvPr>
          <p:cNvSpPr>
            <a:spLocks xmlns:a="http://schemas.openxmlformats.org/drawingml/2006/main" noGrp="1"/>
          </p:cNvSpPr>
          <p:nvPr>
            <p:ph type="body" idx="29" hasCustomPrompt="1"/>
          </p:nvPr>
        </p:nvSpPr>
        <p:spPr>
          <a:xfrm xmlns:a="http://schemas.openxmlformats.org/drawingml/2006/main">
            <a:off x="4384470" y="1068313"/>
            <a:ext cx="3428320"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mj-lt"/>
                <a:ea typeface="+mj-lt"/>
                <a:cs typeface="+mj-lt"/>
              </a:defRPr>
            </a:lvl1pPr>
          </a:lstStyle>
          <a:p xmlns:a="http://schemas.openxmlformats.org/drawingml/2006/main">
            <a:pPr lvl="0">
              <a:buNone/>
            </a:pPr>
            <a:r>
              <a:t>Heading 2</a:t>
            </a:r>
          </a:p>
        </p:txBody>
      </p:sp>
      <p:sp>
        <p:nvSpPr>
          <p:cNvPr id="17" name="Text Placeholder 5">
            <a:extLst xmlns:a="http://schemas.openxmlformats.org/drawingml/2006/main">
              <a:ext uri="{FF2B5EF4-FFF2-40B4-BE49-F238E27FC236}">
                <a16:creationId xmlns:a16="http://schemas.microsoft.com/office/drawing/2014/main" id="{1331C4AB-DAC4-BE3C-05CA-662D6BCC6DA9}"/>
              </a:ext>
            </a:extLst>
          </p:cNvPr>
          <p:cNvSpPr>
            <a:spLocks xmlns:a="http://schemas.openxmlformats.org/drawingml/2006/main" noGrp="1"/>
          </p:cNvSpPr>
          <p:nvPr>
            <p:ph type="body" idx="36" hasCustomPrompt="1"/>
          </p:nvPr>
        </p:nvSpPr>
        <p:spPr>
          <a:xfrm xmlns:a="http://schemas.openxmlformats.org/drawingml/2006/main">
            <a:off x="4388881" y="3706071"/>
            <a:ext cx="3429000"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mj-lt"/>
                <a:ea typeface="+mj-lt"/>
                <a:cs typeface="+mj-lt"/>
              </a:defRPr>
            </a:lvl1pPr>
          </a:lstStyle>
          <a:p xmlns:a="http://schemas.openxmlformats.org/drawingml/2006/main">
            <a:pPr lvl="0">
              <a:buNone/>
            </a:pPr>
            <a:r>
              <a:t>Heading 5</a:t>
            </a:r>
          </a:p>
        </p:txBody>
      </p:sp>
      <p:sp>
        <p:nvSpPr>
          <p:cNvPr id="18" name="Text Placeholder 5">
            <a:extLst xmlns:a="http://schemas.openxmlformats.org/drawingml/2006/main">
              <a:ext uri="{FF2B5EF4-FFF2-40B4-BE49-F238E27FC236}">
                <a16:creationId xmlns:a16="http://schemas.microsoft.com/office/drawing/2014/main" id="{0D13F899-B650-25BC-EF0A-603EBF1EF5A7}"/>
              </a:ext>
            </a:extLst>
          </p:cNvPr>
          <p:cNvSpPr>
            <a:spLocks xmlns:a="http://schemas.openxmlformats.org/drawingml/2006/main" noGrp="1"/>
          </p:cNvSpPr>
          <p:nvPr>
            <p:ph type="body" idx="30" hasCustomPrompt="1"/>
          </p:nvPr>
        </p:nvSpPr>
        <p:spPr>
          <a:xfrm xmlns:a="http://schemas.openxmlformats.org/drawingml/2006/main">
            <a:off x="8418153" y="1068313"/>
            <a:ext cx="3429000"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mj-lt"/>
                <a:ea typeface="+mj-lt"/>
                <a:cs typeface="+mj-lt"/>
              </a:defRPr>
            </a:lvl1pPr>
          </a:lstStyle>
          <a:p xmlns:a="http://schemas.openxmlformats.org/drawingml/2006/main">
            <a:pPr lvl="0">
              <a:buNone/>
            </a:pPr>
            <a:r>
              <a:t>Heading 3</a:t>
            </a:r>
          </a:p>
        </p:txBody>
      </p:sp>
      <p:sp>
        <p:nvSpPr>
          <p:cNvPr id="19" name="Text Placeholder 5">
            <a:extLst xmlns:a="http://schemas.openxmlformats.org/drawingml/2006/main">
              <a:ext uri="{FF2B5EF4-FFF2-40B4-BE49-F238E27FC236}">
                <a16:creationId xmlns:a16="http://schemas.microsoft.com/office/drawing/2014/main" id="{7004713E-BD30-9626-9739-17F343EF2EA9}"/>
              </a:ext>
            </a:extLst>
          </p:cNvPr>
          <p:cNvSpPr>
            <a:spLocks xmlns:a="http://schemas.openxmlformats.org/drawingml/2006/main" noGrp="1"/>
          </p:cNvSpPr>
          <p:nvPr>
            <p:ph type="body" idx="37" hasCustomPrompt="1"/>
          </p:nvPr>
        </p:nvSpPr>
        <p:spPr>
          <a:xfrm xmlns:a="http://schemas.openxmlformats.org/drawingml/2006/main">
            <a:off x="8383507" y="3706071"/>
            <a:ext cx="3429000"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mj-lt"/>
                <a:ea typeface="+mj-lt"/>
                <a:cs typeface="+mj-lt"/>
              </a:defRPr>
            </a:lvl1pPr>
          </a:lstStyle>
          <a:p xmlns:a="http://schemas.openxmlformats.org/drawingml/2006/main">
            <a:pPr lvl="0">
              <a:buNone/>
            </a:pPr>
            <a:r>
              <a:t>Heading 6</a:t>
            </a:r>
          </a:p>
        </p:txBody>
      </p:sp>
      <p:sp>
        <p:nvSpPr>
          <p:cNvPr id="20" name="Text Placeholder 15">
            <a:extLst xmlns:a="http://schemas.openxmlformats.org/drawingml/2006/main">
              <a:ext uri="{FF2B5EF4-FFF2-40B4-BE49-F238E27FC236}">
                <a16:creationId xmlns:a16="http://schemas.microsoft.com/office/drawing/2014/main" id="{1C88AA87-FE0D-C386-46ED-4009453A7B73}"/>
              </a:ext>
            </a:extLst>
          </p:cNvPr>
          <p:cNvSpPr>
            <a:spLocks xmlns:a="http://schemas.openxmlformats.org/drawingml/2006/main" noGrp="1"/>
          </p:cNvSpPr>
          <p:nvPr>
            <p:ph type="body" idx="38"/>
          </p:nvPr>
        </p:nvSpPr>
        <p:spPr>
          <a:xfrm xmlns:a="http://schemas.openxmlformats.org/drawingml/2006/main">
            <a:off x="4385414" y="1556717"/>
            <a:ext cx="3438501" cy="1848838"/>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21" name="Text Placeholder 15">
            <a:extLst xmlns:a="http://schemas.openxmlformats.org/drawingml/2006/main">
              <a:ext uri="{FF2B5EF4-FFF2-40B4-BE49-F238E27FC236}">
                <a16:creationId xmlns:a16="http://schemas.microsoft.com/office/drawing/2014/main" id="{B11D0FB6-6590-E4A2-6EC5-525C59FC94BD}"/>
              </a:ext>
            </a:extLst>
          </p:cNvPr>
          <p:cNvSpPr>
            <a:spLocks xmlns:a="http://schemas.openxmlformats.org/drawingml/2006/main" noGrp="1"/>
          </p:cNvSpPr>
          <p:nvPr>
            <p:ph type="body" idx="39"/>
          </p:nvPr>
        </p:nvSpPr>
        <p:spPr>
          <a:xfrm xmlns:a="http://schemas.openxmlformats.org/drawingml/2006/main">
            <a:off x="8418153" y="1556717"/>
            <a:ext cx="3438501" cy="1848838"/>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22" name="Text Placeholder 15">
            <a:extLst xmlns:a="http://schemas.openxmlformats.org/drawingml/2006/main">
              <a:ext uri="{FF2B5EF4-FFF2-40B4-BE49-F238E27FC236}">
                <a16:creationId xmlns:a16="http://schemas.microsoft.com/office/drawing/2014/main" id="{B321B687-AF2C-89E1-9773-8B31D0B9E97C}"/>
              </a:ext>
            </a:extLst>
          </p:cNvPr>
          <p:cNvSpPr>
            <a:spLocks xmlns:a="http://schemas.openxmlformats.org/drawingml/2006/main" noGrp="1"/>
          </p:cNvSpPr>
          <p:nvPr>
            <p:ph type="body" idx="40"/>
          </p:nvPr>
        </p:nvSpPr>
        <p:spPr>
          <a:xfrm xmlns:a="http://schemas.openxmlformats.org/drawingml/2006/main">
            <a:off x="364399" y="4170963"/>
            <a:ext cx="3438501" cy="1618724"/>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23" name="Text Placeholder 15">
            <a:extLst xmlns:a="http://schemas.openxmlformats.org/drawingml/2006/main">
              <a:ext uri="{FF2B5EF4-FFF2-40B4-BE49-F238E27FC236}">
                <a16:creationId xmlns:a16="http://schemas.microsoft.com/office/drawing/2014/main" id="{75A8BD20-B02F-872D-6D4D-D294C970299C}"/>
              </a:ext>
            </a:extLst>
          </p:cNvPr>
          <p:cNvSpPr>
            <a:spLocks xmlns:a="http://schemas.openxmlformats.org/drawingml/2006/main" noGrp="1"/>
          </p:cNvSpPr>
          <p:nvPr>
            <p:ph type="body" idx="41"/>
          </p:nvPr>
        </p:nvSpPr>
        <p:spPr>
          <a:xfrm xmlns:a="http://schemas.openxmlformats.org/drawingml/2006/main">
            <a:off x="4385414" y="4170963"/>
            <a:ext cx="3438501" cy="1618724"/>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24" name="Text Placeholder 15">
            <a:extLst xmlns:a="http://schemas.openxmlformats.org/drawingml/2006/main">
              <a:ext uri="{FF2B5EF4-FFF2-40B4-BE49-F238E27FC236}">
                <a16:creationId xmlns:a16="http://schemas.microsoft.com/office/drawing/2014/main" id="{75FEAE3F-DDCA-7CF8-7A24-9B3D547290C0}"/>
              </a:ext>
            </a:extLst>
          </p:cNvPr>
          <p:cNvSpPr>
            <a:spLocks xmlns:a="http://schemas.openxmlformats.org/drawingml/2006/main" noGrp="1"/>
          </p:cNvSpPr>
          <p:nvPr>
            <p:ph type="body" idx="42"/>
          </p:nvPr>
        </p:nvSpPr>
        <p:spPr>
          <a:xfrm xmlns:a="http://schemas.openxmlformats.org/drawingml/2006/main">
            <a:off x="8418153" y="4170963"/>
            <a:ext cx="3438501" cy="1618724"/>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3" name="SlideNo">
            <a:extLst xmlns:a="http://schemas.openxmlformats.org/drawingml/2006/main">
              <a:ext uri="{FF2B5EF4-FFF2-40B4-BE49-F238E27FC236}">
                <a16:creationId xmlns:a16="http://schemas.microsoft.com/office/drawing/2014/main" id="{F6722A91-6225-0426-D063-19C02A645A98}"/>
              </a:ext>
            </a:extLst>
          </p:cNvPr>
          <p:cNvSpPr>
            <a:spLocks xmlns:a="http://schemas.openxmlformats.org/drawingml/2006/main" noGrp="1"/>
          </p:cNvSpPr>
          <p:nvPr/>
        </p:nvSpPr>
        <p:spPr>
          <a:xfrm xmlns:a="http://schemas.openxmlformats.org/drawingml/2006/main">
            <a:off x="11350046" y="6417917"/>
            <a:ext cx="457200" cy="215252"/>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lvl1pPr marL="0" algn="ctr" defTabSz="457200">
              <a:buNone/>
              <a:defRPr sz="1400" kern="1200">
                <a:solidFill>
                  <a:schemeClr val="tx1">
                    <a:lumMod val="50000"/>
                    <a:lumOff val="50000"/>
                  </a:schemeClr>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marL="0" marR="0" lvl="0" indent="0" algn="r" defTabSz="457200">
              <a:lnSpc>
                <a:spcPct val="150000"/>
              </a:lnSpc>
              <a:spcBef>
                <a:spcPts val="0"/>
              </a:spcBef>
              <a:spcAft>
                <a:spcPts val="0"/>
              </a:spcAft>
              <a:buClrTx/>
              <a:buSzTx/>
              <a:buFontTx/>
              <a:buNone/>
            </a:pPr>
            <a:fld id="{F2030FAF-A4A4-40ED-9EAC-96740896EED7}" type="slidenum">
              <a:rPr sz="1050" b="1" i="0">
                <a:solidFill>
                  <a:schemeClr val="bg1"/>
                </a:solidFill>
                <a:latin typeface="Inter"/>
                <a:ea typeface="Inter"/>
                <a:cs typeface="Inter"/>
              </a:rPr>
              <a:t>‹#›</a:t>
            </a:fld>
            <a:endParaRPr sz="1050" b="1" i="0">
              <a:solidFill>
                <a:schemeClr val="bg1"/>
              </a:solidFill>
              <a:latin typeface="Inter"/>
              <a:ea typeface="Inter"/>
              <a:cs typeface="Inter"/>
            </a:endParaRPr>
          </a:p>
        </p:txBody>
      </p:sp>
    </p:spTree>
  </p:cSld>
</p:sldLayout>
</file>

<file path=ppt/slideLayouts/slideLayout11.xml><?xml version="1.0" encoding="utf-8"?>
<p:sldLayout xmlns:p="http://schemas.openxmlformats.org/presentationml/2006/main" preserve="1" userDrawn="1">
  <p:cSld name="3 column with icons and footer">
    <p:spTree>
      <p:nvGrpSpPr>
        <p:cNvPr id="1" name=""/>
        <p:cNvGrpSpPr/>
        <p:nvPr/>
      </p:nvGrpSpPr>
      <p:grpSpPr>
        <a:xfrm xmlns:a="http://schemas.openxmlformats.org/drawingml/2006/main"/>
      </p:grpSpPr>
      <p:pic>
        <p:nvPicPr>
          <p:cNvPr id="18" name="Picture 16"/>
          <p:cNvPicPr>
            <a:picLocks xmlns:a="http://schemas.openxmlformats.org/drawingml/2006/main" noChangeAspect="1"/>
          </p:cNvPicPr>
          <p:nvPr/>
        </p:nvPicPr>
        <p:blipFill>
          <a:blip xmlns:r="http://schemas.openxmlformats.org/officeDocument/2006/relationships" xmlns:a="http://schemas.openxmlformats.org/drawingml/2006/main" r:embed="R654ac087a32b41cc"/>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Straight Connector 4">
            <a:extLst xmlns:a="http://schemas.openxmlformats.org/drawingml/2006/main">
              <a:ext uri="{FF2B5EF4-FFF2-40B4-BE49-F238E27FC236}">
                <a16:creationId xmlns:a16="http://schemas.microsoft.com/office/drawing/2014/main" id="{C3985496-B50C-4D78-B3B8-792D2539959C}"/>
              </a:ext>
            </a:extLst>
          </p:cNvPr>
          <p:cNvSpPr>
            <a:spLocks xmlns:a="http://schemas.openxmlformats.org/drawingml/2006/main" noGrp="1"/>
          </p:cNvSpPr>
          <p:nvPr/>
        </p:nvSpPr>
        <p:spPr>
          <a:xfrm xmlns:a="http://schemas.openxmlformats.org/drawingml/2006/main">
            <a:off x="374815" y="190006"/>
            <a:ext cx="0" cy="499625"/>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Title 4">
            <a:extLst xmlns:a="http://schemas.openxmlformats.org/drawingml/2006/main">
              <a:ext uri="{FF2B5EF4-FFF2-40B4-BE49-F238E27FC236}">
                <a16:creationId xmlns:a16="http://schemas.microsoft.com/office/drawing/2014/main" id="{A9EAAECC-F0A9-C1FE-7F65-2E358CB33A0E}"/>
              </a:ext>
            </a:extLst>
          </p:cNvPr>
          <p:cNvSpPr>
            <a:spLocks xmlns:a="http://schemas.openxmlformats.org/drawingml/2006/main" noGrp="1"/>
          </p:cNvSpPr>
          <p:nvPr>
            <p:ph type="title" idx="0" hasCustomPrompt="1"/>
          </p:nvPr>
        </p:nvSpPr>
        <p:spPr>
          <a:xfrm xmlns:a="http://schemas.openxmlformats.org/drawingml/2006/main">
            <a:off x="571502" y="140230"/>
            <a:ext cx="11245354" cy="643541"/>
          </a:xfrm>
          <a:prstGeom xmlns:a="http://schemas.openxmlformats.org/drawingml/2006/main" prst="rect">
            <a:avLst/>
          </a:prstGeom>
          <a:ln xmlns:a="http://schemas.openxmlformats.org/drawingml/2006/main">
            <a:noFill/>
          </a:ln>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2400" b="1" i="0" kern="1200">
                <a:solidFill>
                  <a:schemeClr val="tx1"/>
                </a:solidFill>
                <a:latin typeface="Inter"/>
                <a:ea typeface="Inter"/>
                <a:cs typeface="Inter"/>
              </a:defRPr>
            </a:lvl1pPr>
          </a:lstStyle>
          <a:p xmlns:a="http://schemas.openxmlformats.org/drawingml/2006/main">
            <a:r>
              <a:t>Click to edit title</a:t>
            </a:r>
          </a:p>
        </p:txBody>
      </p:sp>
      <p:sp>
        <p:nvSpPr>
          <p:cNvPr id="3" name="Text Placeholder 15">
            <a:extLst xmlns:a="http://schemas.openxmlformats.org/drawingml/2006/main">
              <a:ext uri="{FF2B5EF4-FFF2-40B4-BE49-F238E27FC236}">
                <a16:creationId xmlns:a16="http://schemas.microsoft.com/office/drawing/2014/main" id="{E5BB2E64-B255-009E-3989-2E0C027ECD36}"/>
              </a:ext>
            </a:extLst>
          </p:cNvPr>
          <p:cNvSpPr>
            <a:spLocks xmlns:a="http://schemas.openxmlformats.org/drawingml/2006/main" noGrp="1"/>
          </p:cNvSpPr>
          <p:nvPr>
            <p:ph type="body" idx="26"/>
          </p:nvPr>
        </p:nvSpPr>
        <p:spPr>
          <a:xfrm xmlns:a="http://schemas.openxmlformats.org/drawingml/2006/main">
            <a:off x="384754" y="2496379"/>
            <a:ext cx="3621087" cy="3272690"/>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4" name="Text Placeholder 15">
            <a:extLst xmlns:a="http://schemas.openxmlformats.org/drawingml/2006/main">
              <a:ext uri="{FF2B5EF4-FFF2-40B4-BE49-F238E27FC236}">
                <a16:creationId xmlns:a16="http://schemas.microsoft.com/office/drawing/2014/main" id="{2A261E40-DA06-D246-916E-DAB7C4A5B52C}"/>
              </a:ext>
            </a:extLst>
          </p:cNvPr>
          <p:cNvSpPr>
            <a:spLocks xmlns:a="http://schemas.openxmlformats.org/drawingml/2006/main" noGrp="1"/>
          </p:cNvSpPr>
          <p:nvPr>
            <p:ph type="body" idx="27"/>
          </p:nvPr>
        </p:nvSpPr>
        <p:spPr>
          <a:xfrm xmlns:a="http://schemas.openxmlformats.org/drawingml/2006/main">
            <a:off x="4288539" y="2496379"/>
            <a:ext cx="3621087" cy="3272690"/>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6" name="Text Placeholder 15">
            <a:extLst xmlns:a="http://schemas.openxmlformats.org/drawingml/2006/main">
              <a:ext uri="{FF2B5EF4-FFF2-40B4-BE49-F238E27FC236}">
                <a16:creationId xmlns:a16="http://schemas.microsoft.com/office/drawing/2014/main" id="{D7D7431A-ADD2-5DD6-D623-D1CCDE2D1B38}"/>
              </a:ext>
            </a:extLst>
          </p:cNvPr>
          <p:cNvSpPr>
            <a:spLocks xmlns:a="http://schemas.openxmlformats.org/drawingml/2006/main" noGrp="1"/>
          </p:cNvSpPr>
          <p:nvPr>
            <p:ph type="body" idx="28"/>
          </p:nvPr>
        </p:nvSpPr>
        <p:spPr>
          <a:xfrm xmlns:a="http://schemas.openxmlformats.org/drawingml/2006/main">
            <a:off x="8192324" y="2496379"/>
            <a:ext cx="3621087" cy="3272690"/>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9" name="Straight Connector 8">
            <a:extLst xmlns:a="http://schemas.openxmlformats.org/drawingml/2006/main">
              <a:ext uri="{FF2B5EF4-FFF2-40B4-BE49-F238E27FC236}">
                <a16:creationId xmlns:a16="http://schemas.microsoft.com/office/drawing/2014/main" id="{AE1D43F4-83C9-47BE-8309-F83B14764ED6}"/>
              </a:ext>
            </a:extLst>
          </p:cNvPr>
          <p:cNvSpPr>
            <a:spLocks xmlns:a="http://schemas.openxmlformats.org/drawingml/2006/main" noGrp="1"/>
          </p:cNvSpPr>
          <p:nvPr/>
        </p:nvSpPr>
        <p:spPr>
          <a:xfrm xmlns:a="http://schemas.openxmlformats.org/drawingml/2006/main">
            <a:off x="4147861" y="1068313"/>
            <a:ext cx="0" cy="4570486"/>
          </a:xfrm>
          <a:prstGeom xmlns:a="http://schemas.openxmlformats.org/drawingml/2006/main" prst="line">
            <a:avLst/>
          </a:prstGeom>
          <a:ln xmlns:a="http://schemas.openxmlformats.org/drawingml/2006/main" w="12700">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Straight Connector 9">
            <a:extLst xmlns:a="http://schemas.openxmlformats.org/drawingml/2006/main">
              <a:ext uri="{FF2B5EF4-FFF2-40B4-BE49-F238E27FC236}">
                <a16:creationId xmlns:a16="http://schemas.microsoft.com/office/drawing/2014/main" id="{838BFCF5-6535-4111-81C5-F380687121CF}"/>
              </a:ext>
            </a:extLst>
          </p:cNvPr>
          <p:cNvSpPr>
            <a:spLocks xmlns:a="http://schemas.openxmlformats.org/drawingml/2006/main" noGrp="1"/>
          </p:cNvSpPr>
          <p:nvPr/>
        </p:nvSpPr>
        <p:spPr>
          <a:xfrm xmlns:a="http://schemas.openxmlformats.org/drawingml/2006/main">
            <a:off x="8051646" y="1068313"/>
            <a:ext cx="0" cy="4570486"/>
          </a:xfrm>
          <a:prstGeom xmlns:a="http://schemas.openxmlformats.org/drawingml/2006/main" prst="line">
            <a:avLst/>
          </a:prstGeom>
          <a:ln xmlns:a="http://schemas.openxmlformats.org/drawingml/2006/main" w="12700">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Picture Placeholder 4">
            <a:extLst xmlns:a="http://schemas.openxmlformats.org/drawingml/2006/main">
              <a:ext uri="{FF2B5EF4-FFF2-40B4-BE49-F238E27FC236}">
                <a16:creationId xmlns:a16="http://schemas.microsoft.com/office/drawing/2014/main" id="{A5C51E05-06AC-CAE5-F40A-34940B337C1E}"/>
              </a:ext>
            </a:extLst>
          </p:cNvPr>
          <p:cNvSpPr>
            <a:spLocks xmlns:a="http://schemas.openxmlformats.org/drawingml/2006/main" noGrp="1"/>
          </p:cNvSpPr>
          <p:nvPr>
            <p:ph type="pic" idx="29" hasCustomPrompt="1"/>
          </p:nvPr>
        </p:nvSpPr>
        <p:spPr>
          <a:xfrm xmlns:a="http://schemas.openxmlformats.org/drawingml/2006/main">
            <a:off x="1731118" y="1153317"/>
            <a:ext cx="746226" cy="645273"/>
          </a:xfrm>
          <a:prstGeom xmlns:a="http://schemas.openxmlformats.org/drawingml/2006/main" prst="rect">
            <a:avLst/>
          </a:prstGeom>
        </p:spPr>
        <p:txBody>
          <a:bodyPr xmlns:a="http://schemas.openxmlformats.org/drawingml/2006/main"/>
          <a:lstStyle xmlns:a="http://schemas.openxmlformats.org/drawingml/2006/main">
            <a:lvl1pPr>
              <a:buNone/>
              <a:defRPr sz="2000" b="0">
                <a:latin typeface="Work Sans"/>
                <a:ea typeface="Work Sans"/>
                <a:cs typeface="Work Sans"/>
              </a:defRPr>
            </a:lvl1pPr>
          </a:lstStyle>
          <a:p xmlns:a="http://schemas.openxmlformats.org/drawingml/2006/main">
            <a:r>
              <a:t>Icon</a:t>
            </a:r>
          </a:p>
        </p:txBody>
      </p:sp>
      <p:sp>
        <p:nvSpPr>
          <p:cNvPr id="12" name="Picture Placeholder 4">
            <a:extLst xmlns:a="http://schemas.openxmlformats.org/drawingml/2006/main">
              <a:ext uri="{FF2B5EF4-FFF2-40B4-BE49-F238E27FC236}">
                <a16:creationId xmlns:a16="http://schemas.microsoft.com/office/drawing/2014/main" id="{E49558F2-B251-448D-DEAE-DB3C27ECCD2F}"/>
              </a:ext>
            </a:extLst>
          </p:cNvPr>
          <p:cNvSpPr>
            <a:spLocks xmlns:a="http://schemas.openxmlformats.org/drawingml/2006/main" noGrp="1"/>
          </p:cNvSpPr>
          <p:nvPr>
            <p:ph type="pic" idx="30" hasCustomPrompt="1"/>
          </p:nvPr>
        </p:nvSpPr>
        <p:spPr>
          <a:xfrm xmlns:a="http://schemas.openxmlformats.org/drawingml/2006/main">
            <a:off x="5726648" y="1153317"/>
            <a:ext cx="746226" cy="645273"/>
          </a:xfrm>
          <a:prstGeom xmlns:a="http://schemas.openxmlformats.org/drawingml/2006/main" prst="rect">
            <a:avLst/>
          </a:prstGeom>
        </p:spPr>
        <p:txBody>
          <a:bodyPr xmlns:a="http://schemas.openxmlformats.org/drawingml/2006/main"/>
          <a:lstStyle xmlns:a="http://schemas.openxmlformats.org/drawingml/2006/main">
            <a:lvl1pPr>
              <a:buNone/>
              <a:defRPr sz="2000" b="0">
                <a:latin typeface="Work Sans"/>
                <a:ea typeface="Work Sans"/>
                <a:cs typeface="Work Sans"/>
              </a:defRPr>
            </a:lvl1pPr>
          </a:lstStyle>
          <a:p xmlns:a="http://schemas.openxmlformats.org/drawingml/2006/main">
            <a:r>
              <a:t>Icon</a:t>
            </a:r>
          </a:p>
        </p:txBody>
      </p:sp>
      <p:sp>
        <p:nvSpPr>
          <p:cNvPr id="13" name="Picture Placeholder 4">
            <a:extLst xmlns:a="http://schemas.openxmlformats.org/drawingml/2006/main">
              <a:ext uri="{FF2B5EF4-FFF2-40B4-BE49-F238E27FC236}">
                <a16:creationId xmlns:a16="http://schemas.microsoft.com/office/drawing/2014/main" id="{1369B30A-61EF-63E9-030F-F2DDEACB6DC7}"/>
              </a:ext>
            </a:extLst>
          </p:cNvPr>
          <p:cNvSpPr>
            <a:spLocks xmlns:a="http://schemas.openxmlformats.org/drawingml/2006/main" noGrp="1"/>
          </p:cNvSpPr>
          <p:nvPr>
            <p:ph type="pic" idx="31" hasCustomPrompt="1"/>
          </p:nvPr>
        </p:nvSpPr>
        <p:spPr>
          <a:xfrm xmlns:a="http://schemas.openxmlformats.org/drawingml/2006/main">
            <a:off x="9714656" y="1153317"/>
            <a:ext cx="746226" cy="645273"/>
          </a:xfrm>
          <a:prstGeom xmlns:a="http://schemas.openxmlformats.org/drawingml/2006/main" prst="rect">
            <a:avLst/>
          </a:prstGeom>
        </p:spPr>
        <p:txBody>
          <a:bodyPr xmlns:a="http://schemas.openxmlformats.org/drawingml/2006/main"/>
          <a:lstStyle xmlns:a="http://schemas.openxmlformats.org/drawingml/2006/main">
            <a:lvl1pPr>
              <a:buNone/>
              <a:defRPr sz="2000" b="0">
                <a:latin typeface="Work Sans"/>
                <a:ea typeface="Work Sans"/>
                <a:cs typeface="Work Sans"/>
              </a:defRPr>
            </a:lvl1pPr>
          </a:lstStyle>
          <a:p xmlns:a="http://schemas.openxmlformats.org/drawingml/2006/main">
            <a:r>
              <a:t>Icon</a:t>
            </a:r>
          </a:p>
        </p:txBody>
      </p:sp>
      <p:sp>
        <p:nvSpPr>
          <p:cNvPr id="14" name="Text Placeholder 5">
            <a:extLst xmlns:a="http://schemas.openxmlformats.org/drawingml/2006/main">
              <a:ext uri="{FF2B5EF4-FFF2-40B4-BE49-F238E27FC236}">
                <a16:creationId xmlns:a16="http://schemas.microsoft.com/office/drawing/2014/main" id="{06FEBA5A-B319-C4C6-18D2-0A62FB78442C}"/>
              </a:ext>
            </a:extLst>
          </p:cNvPr>
          <p:cNvSpPr>
            <a:spLocks xmlns:a="http://schemas.openxmlformats.org/drawingml/2006/main" noGrp="1"/>
          </p:cNvSpPr>
          <p:nvPr>
            <p:ph type="body" idx="24" hasCustomPrompt="1"/>
          </p:nvPr>
        </p:nvSpPr>
        <p:spPr>
          <a:xfrm xmlns:a="http://schemas.openxmlformats.org/drawingml/2006/main">
            <a:off x="381580" y="1976871"/>
            <a:ext cx="3621087"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mj-lt"/>
                <a:ea typeface="+mj-lt"/>
                <a:cs typeface="+mj-lt"/>
              </a:defRPr>
            </a:lvl1pPr>
          </a:lstStyle>
          <a:p xmlns:a="http://schemas.openxmlformats.org/drawingml/2006/main">
            <a:pPr lvl="0">
              <a:buNone/>
            </a:pPr>
            <a:r>
              <a:t>Heading 1</a:t>
            </a:r>
          </a:p>
        </p:txBody>
      </p:sp>
      <p:sp>
        <p:nvSpPr>
          <p:cNvPr id="15" name="Text Placeholder 5">
            <a:extLst xmlns:a="http://schemas.openxmlformats.org/drawingml/2006/main">
              <a:ext uri="{FF2B5EF4-FFF2-40B4-BE49-F238E27FC236}">
                <a16:creationId xmlns:a16="http://schemas.microsoft.com/office/drawing/2014/main" id="{25AA4178-2569-4B2A-8F8C-41726451545B}"/>
              </a:ext>
            </a:extLst>
          </p:cNvPr>
          <p:cNvSpPr>
            <a:spLocks xmlns:a="http://schemas.openxmlformats.org/drawingml/2006/main" noGrp="1"/>
          </p:cNvSpPr>
          <p:nvPr>
            <p:ph type="body" idx="22" hasCustomPrompt="1"/>
          </p:nvPr>
        </p:nvSpPr>
        <p:spPr>
          <a:xfrm xmlns:a="http://schemas.openxmlformats.org/drawingml/2006/main">
            <a:off x="4285368" y="1976871"/>
            <a:ext cx="3621087"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mj-lt"/>
                <a:ea typeface="+mj-lt"/>
                <a:cs typeface="+mj-lt"/>
              </a:defRPr>
            </a:lvl1pPr>
          </a:lstStyle>
          <a:p xmlns:a="http://schemas.openxmlformats.org/drawingml/2006/main">
            <a:pPr lvl="0">
              <a:buNone/>
            </a:pPr>
            <a:r>
              <a:t>Heading 2</a:t>
            </a:r>
          </a:p>
        </p:txBody>
      </p:sp>
      <p:sp>
        <p:nvSpPr>
          <p:cNvPr id="16" name="Text Placeholder 5">
            <a:extLst xmlns:a="http://schemas.openxmlformats.org/drawingml/2006/main">
              <a:ext uri="{FF2B5EF4-FFF2-40B4-BE49-F238E27FC236}">
                <a16:creationId xmlns:a16="http://schemas.microsoft.com/office/drawing/2014/main" id="{4DBA050E-1938-856A-7BA0-5F7B3C8F1B0D}"/>
              </a:ext>
            </a:extLst>
          </p:cNvPr>
          <p:cNvSpPr>
            <a:spLocks xmlns:a="http://schemas.openxmlformats.org/drawingml/2006/main" noGrp="1"/>
          </p:cNvSpPr>
          <p:nvPr>
            <p:ph type="body" idx="23" hasCustomPrompt="1"/>
          </p:nvPr>
        </p:nvSpPr>
        <p:spPr>
          <a:xfrm xmlns:a="http://schemas.openxmlformats.org/drawingml/2006/main">
            <a:off x="8185044" y="1980797"/>
            <a:ext cx="3621087"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mj-lt"/>
                <a:ea typeface="+mj-lt"/>
                <a:cs typeface="+mj-lt"/>
              </a:defRPr>
            </a:lvl1pPr>
          </a:lstStyle>
          <a:p xmlns:a="http://schemas.openxmlformats.org/drawingml/2006/main">
            <a:pPr lvl="0">
              <a:buNone/>
            </a:pPr>
            <a:r>
              <a:t>Heading 3</a:t>
            </a:r>
          </a:p>
        </p:txBody>
      </p:sp>
      <p:sp>
        <p:nvSpPr>
          <p:cNvPr id="8" name="SlideNo">
            <a:extLst xmlns:a="http://schemas.openxmlformats.org/drawingml/2006/main">
              <a:ext uri="{FF2B5EF4-FFF2-40B4-BE49-F238E27FC236}">
                <a16:creationId xmlns:a16="http://schemas.microsoft.com/office/drawing/2014/main" id="{7CD322DB-73F1-22FB-9601-63A5347EB3E4}"/>
              </a:ext>
            </a:extLst>
          </p:cNvPr>
          <p:cNvSpPr>
            <a:spLocks xmlns:a="http://schemas.openxmlformats.org/drawingml/2006/main" noGrp="1"/>
          </p:cNvSpPr>
          <p:nvPr/>
        </p:nvSpPr>
        <p:spPr>
          <a:xfrm xmlns:a="http://schemas.openxmlformats.org/drawingml/2006/main">
            <a:off x="11350046" y="6417917"/>
            <a:ext cx="457200" cy="215252"/>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lvl1pPr marL="0" algn="ctr" defTabSz="457200">
              <a:buNone/>
              <a:defRPr sz="1400" kern="1200">
                <a:solidFill>
                  <a:schemeClr val="tx1">
                    <a:lumMod val="50000"/>
                    <a:lumOff val="50000"/>
                  </a:schemeClr>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marL="0" marR="0" lvl="0" indent="0" algn="r" defTabSz="457200">
              <a:lnSpc>
                <a:spcPct val="150000"/>
              </a:lnSpc>
              <a:spcBef>
                <a:spcPts val="0"/>
              </a:spcBef>
              <a:spcAft>
                <a:spcPts val="0"/>
              </a:spcAft>
              <a:buClrTx/>
              <a:buSzTx/>
              <a:buFontTx/>
              <a:buNone/>
            </a:pPr>
            <a:fld id="{F2030FAF-A4A4-40ED-9EAC-96740896EED7}" type="slidenum">
              <a:rPr sz="1050" b="1" i="0">
                <a:solidFill>
                  <a:schemeClr val="bg1"/>
                </a:solidFill>
                <a:latin typeface="Inter"/>
                <a:ea typeface="Inter"/>
                <a:cs typeface="Inter"/>
              </a:rPr>
              <a:t>‹#›</a:t>
            </a:fld>
            <a:endParaRPr sz="1050" b="1" i="0">
              <a:solidFill>
                <a:schemeClr val="bg1"/>
              </a:solidFill>
              <a:latin typeface="Inter"/>
              <a:ea typeface="Inter"/>
              <a:cs typeface="Inter"/>
            </a:endParaRPr>
          </a:p>
        </p:txBody>
      </p:sp>
    </p:spTree>
  </p:cSld>
</p:sldLayout>
</file>

<file path=ppt/slideLayouts/slideLayout12.xml><?xml version="1.0" encoding="utf-8"?>
<p:sldLayout xmlns:p="http://schemas.openxmlformats.org/presentationml/2006/main" preserve="1" userDrawn="1">
  <p:cSld name="4 column with icons and footer">
    <p:spTree>
      <p:nvGrpSpPr>
        <p:cNvPr id="1" name=""/>
        <p:cNvGrpSpPr/>
        <p:nvPr/>
      </p:nvGrpSpPr>
      <p:grpSpPr>
        <a:xfrm xmlns:a="http://schemas.openxmlformats.org/drawingml/2006/main"/>
      </p:grpSpPr>
      <p:pic>
        <p:nvPicPr>
          <p:cNvPr id="22" name="Picture 20"/>
          <p:cNvPicPr>
            <a:picLocks xmlns:a="http://schemas.openxmlformats.org/drawingml/2006/main" noChangeAspect="1"/>
          </p:cNvPicPr>
          <p:nvPr/>
        </p:nvPicPr>
        <p:blipFill>
          <a:blip xmlns:r="http://schemas.openxmlformats.org/officeDocument/2006/relationships" xmlns:a="http://schemas.openxmlformats.org/drawingml/2006/main" r:embed="R39a24e2eb789413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Straight Connector 4">
            <a:extLst xmlns:a="http://schemas.openxmlformats.org/drawingml/2006/main">
              <a:ext uri="{FF2B5EF4-FFF2-40B4-BE49-F238E27FC236}">
                <a16:creationId xmlns:a16="http://schemas.microsoft.com/office/drawing/2014/main" id="{52A7C9F0-2544-46CC-A79B-6A957405A97C}"/>
              </a:ext>
            </a:extLst>
          </p:cNvPr>
          <p:cNvSpPr>
            <a:spLocks xmlns:a="http://schemas.openxmlformats.org/drawingml/2006/main" noGrp="1"/>
          </p:cNvSpPr>
          <p:nvPr/>
        </p:nvSpPr>
        <p:spPr>
          <a:xfrm xmlns:a="http://schemas.openxmlformats.org/drawingml/2006/main">
            <a:off x="374815" y="190006"/>
            <a:ext cx="0" cy="499625"/>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Title 4">
            <a:extLst xmlns:a="http://schemas.openxmlformats.org/drawingml/2006/main">
              <a:ext uri="{FF2B5EF4-FFF2-40B4-BE49-F238E27FC236}">
                <a16:creationId xmlns:a16="http://schemas.microsoft.com/office/drawing/2014/main" id="{A9EAAECC-F0A9-C1FE-7F65-2E358CB33A0E}"/>
              </a:ext>
            </a:extLst>
          </p:cNvPr>
          <p:cNvSpPr>
            <a:spLocks xmlns:a="http://schemas.openxmlformats.org/drawingml/2006/main" noGrp="1"/>
          </p:cNvSpPr>
          <p:nvPr>
            <p:ph type="title" idx="0" hasCustomPrompt="1"/>
          </p:nvPr>
        </p:nvSpPr>
        <p:spPr>
          <a:xfrm xmlns:a="http://schemas.openxmlformats.org/drawingml/2006/main">
            <a:off x="571502" y="140230"/>
            <a:ext cx="11245354" cy="643541"/>
          </a:xfrm>
          <a:prstGeom xmlns:a="http://schemas.openxmlformats.org/drawingml/2006/main" prst="rect">
            <a:avLst/>
          </a:prstGeom>
          <a:ln xmlns:a="http://schemas.openxmlformats.org/drawingml/2006/main">
            <a:noFill/>
          </a:ln>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2400" b="1" i="0" kern="1200">
                <a:solidFill>
                  <a:schemeClr val="tx1"/>
                </a:solidFill>
                <a:latin typeface="Inter"/>
                <a:ea typeface="Inter"/>
                <a:cs typeface="Inter"/>
              </a:defRPr>
            </a:lvl1pPr>
          </a:lstStyle>
          <a:p xmlns:a="http://schemas.openxmlformats.org/drawingml/2006/main">
            <a:r>
              <a:t>Click to edit title</a:t>
            </a:r>
          </a:p>
        </p:txBody>
      </p:sp>
      <p:sp>
        <p:nvSpPr>
          <p:cNvPr id="3" name="Text Placeholder 15">
            <a:extLst xmlns:a="http://schemas.openxmlformats.org/drawingml/2006/main">
              <a:ext uri="{FF2B5EF4-FFF2-40B4-BE49-F238E27FC236}">
                <a16:creationId xmlns:a16="http://schemas.microsoft.com/office/drawing/2014/main" id="{D2D9EFC1-5738-DA23-2A95-1B8E7FFDB66A}"/>
              </a:ext>
            </a:extLst>
          </p:cNvPr>
          <p:cNvSpPr>
            <a:spLocks xmlns:a="http://schemas.openxmlformats.org/drawingml/2006/main" noGrp="1"/>
          </p:cNvSpPr>
          <p:nvPr>
            <p:ph type="body" idx="28"/>
          </p:nvPr>
        </p:nvSpPr>
        <p:spPr>
          <a:xfrm xmlns:a="http://schemas.openxmlformats.org/drawingml/2006/main">
            <a:off x="384755" y="2587176"/>
            <a:ext cx="2604628" cy="3181893"/>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4" name="Text Placeholder 5">
            <a:extLst xmlns:a="http://schemas.openxmlformats.org/drawingml/2006/main">
              <a:ext uri="{FF2B5EF4-FFF2-40B4-BE49-F238E27FC236}">
                <a16:creationId xmlns:a16="http://schemas.microsoft.com/office/drawing/2014/main" id="{07C10AE7-738B-9D09-917B-C156C5F85369}"/>
              </a:ext>
            </a:extLst>
          </p:cNvPr>
          <p:cNvSpPr>
            <a:spLocks xmlns:a="http://schemas.openxmlformats.org/drawingml/2006/main" noGrp="1"/>
          </p:cNvSpPr>
          <p:nvPr>
            <p:ph type="body" idx="26" hasCustomPrompt="1"/>
          </p:nvPr>
        </p:nvSpPr>
        <p:spPr>
          <a:xfrm xmlns:a="http://schemas.openxmlformats.org/drawingml/2006/main">
            <a:off x="384754" y="2075327"/>
            <a:ext cx="2604628"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mj-lt"/>
                <a:ea typeface="+mj-lt"/>
                <a:cs typeface="+mj-lt"/>
              </a:defRPr>
            </a:lvl1pPr>
          </a:lstStyle>
          <a:p xmlns:a="http://schemas.openxmlformats.org/drawingml/2006/main">
            <a:pPr lvl="0">
              <a:buNone/>
            </a:pPr>
            <a:r>
              <a:t>Heading 1</a:t>
            </a:r>
          </a:p>
        </p:txBody>
      </p:sp>
      <p:sp>
        <p:nvSpPr>
          <p:cNvPr id="6" name="Text Placeholder 5">
            <a:extLst xmlns:a="http://schemas.openxmlformats.org/drawingml/2006/main">
              <a:ext uri="{FF2B5EF4-FFF2-40B4-BE49-F238E27FC236}">
                <a16:creationId xmlns:a16="http://schemas.microsoft.com/office/drawing/2014/main" id="{B9E7C6D0-027C-C951-3454-198A808DDF1E}"/>
              </a:ext>
            </a:extLst>
          </p:cNvPr>
          <p:cNvSpPr>
            <a:spLocks xmlns:a="http://schemas.openxmlformats.org/drawingml/2006/main" noGrp="1"/>
          </p:cNvSpPr>
          <p:nvPr>
            <p:ph type="body" idx="29" hasCustomPrompt="1"/>
          </p:nvPr>
        </p:nvSpPr>
        <p:spPr>
          <a:xfrm xmlns:a="http://schemas.openxmlformats.org/drawingml/2006/main">
            <a:off x="3326097" y="2075327"/>
            <a:ext cx="2604628"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mj-lt"/>
                <a:ea typeface="+mj-lt"/>
                <a:cs typeface="+mj-lt"/>
              </a:defRPr>
            </a:lvl1pPr>
          </a:lstStyle>
          <a:p xmlns:a="http://schemas.openxmlformats.org/drawingml/2006/main">
            <a:pPr lvl="0">
              <a:buNone/>
            </a:pPr>
            <a:r>
              <a:t>Heading 2</a:t>
            </a:r>
          </a:p>
        </p:txBody>
      </p:sp>
      <p:sp>
        <p:nvSpPr>
          <p:cNvPr id="9" name="Text Placeholder 5">
            <a:extLst xmlns:a="http://schemas.openxmlformats.org/drawingml/2006/main">
              <a:ext uri="{FF2B5EF4-FFF2-40B4-BE49-F238E27FC236}">
                <a16:creationId xmlns:a16="http://schemas.microsoft.com/office/drawing/2014/main" id="{32915B14-6AA3-4AE2-F867-2BE30AAC0F8E}"/>
              </a:ext>
            </a:extLst>
          </p:cNvPr>
          <p:cNvSpPr>
            <a:spLocks xmlns:a="http://schemas.openxmlformats.org/drawingml/2006/main" noGrp="1"/>
          </p:cNvSpPr>
          <p:nvPr>
            <p:ph type="body" idx="30" hasCustomPrompt="1"/>
          </p:nvPr>
        </p:nvSpPr>
        <p:spPr>
          <a:xfrm xmlns:a="http://schemas.openxmlformats.org/drawingml/2006/main">
            <a:off x="6267440" y="2075327"/>
            <a:ext cx="2604628"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mj-lt"/>
                <a:ea typeface="+mj-lt"/>
                <a:cs typeface="+mj-lt"/>
              </a:defRPr>
            </a:lvl1pPr>
          </a:lstStyle>
          <a:p xmlns:a="http://schemas.openxmlformats.org/drawingml/2006/main">
            <a:pPr lvl="0">
              <a:buNone/>
            </a:pPr>
            <a:r>
              <a:t>Heading 3</a:t>
            </a:r>
          </a:p>
        </p:txBody>
      </p:sp>
      <p:sp>
        <p:nvSpPr>
          <p:cNvPr id="10" name="Text Placeholder 5">
            <a:extLst xmlns:a="http://schemas.openxmlformats.org/drawingml/2006/main">
              <a:ext uri="{FF2B5EF4-FFF2-40B4-BE49-F238E27FC236}">
                <a16:creationId xmlns:a16="http://schemas.microsoft.com/office/drawing/2014/main" id="{04459977-ED1D-BC63-4613-4EACDB641379}"/>
              </a:ext>
            </a:extLst>
          </p:cNvPr>
          <p:cNvSpPr>
            <a:spLocks xmlns:a="http://schemas.openxmlformats.org/drawingml/2006/main" noGrp="1"/>
          </p:cNvSpPr>
          <p:nvPr>
            <p:ph type="body" idx="32" hasCustomPrompt="1"/>
          </p:nvPr>
        </p:nvSpPr>
        <p:spPr>
          <a:xfrm xmlns:a="http://schemas.openxmlformats.org/drawingml/2006/main">
            <a:off x="9208784" y="2075327"/>
            <a:ext cx="2604628" cy="333375"/>
          </a:xfrm>
          <a:prstGeom xmlns:a="http://schemas.openxmlformats.org/drawingml/2006/main" prst="rect">
            <a:avLst/>
          </a:prstGeom>
          <a:solidFill xmlns:a="http://schemas.openxmlformats.org/drawingml/2006/main">
            <a:schemeClr val="tx2"/>
          </a:solidFill>
        </p:spPr>
        <p:txBody>
          <a:bodyPr xmlns:a="http://schemas.openxmlformats.org/drawingml/2006/main" anchor="ctr"/>
          <a:lstStyle xmlns:a="http://schemas.openxmlformats.org/drawingml/2006/main">
            <a:lvl1pPr algn="ctr">
              <a:buNone/>
              <a:defRPr sz="1600" b="1" i="0">
                <a:solidFill>
                  <a:schemeClr val="bg1"/>
                </a:solidFill>
                <a:latin typeface="+mj-lt"/>
                <a:ea typeface="+mj-lt"/>
                <a:cs typeface="+mj-lt"/>
              </a:defRPr>
            </a:lvl1pPr>
          </a:lstStyle>
          <a:p xmlns:a="http://schemas.openxmlformats.org/drawingml/2006/main">
            <a:pPr lvl="0">
              <a:buNone/>
            </a:pPr>
            <a:r>
              <a:t>Heading 4</a:t>
            </a:r>
          </a:p>
        </p:txBody>
      </p:sp>
      <p:sp>
        <p:nvSpPr>
          <p:cNvPr id="11" name="Text Placeholder 15">
            <a:extLst xmlns:a="http://schemas.openxmlformats.org/drawingml/2006/main">
              <a:ext uri="{FF2B5EF4-FFF2-40B4-BE49-F238E27FC236}">
                <a16:creationId xmlns:a16="http://schemas.microsoft.com/office/drawing/2014/main" id="{2DDB608B-C679-A001-72A4-E735392E2017}"/>
              </a:ext>
            </a:extLst>
          </p:cNvPr>
          <p:cNvSpPr>
            <a:spLocks xmlns:a="http://schemas.openxmlformats.org/drawingml/2006/main" noGrp="1"/>
          </p:cNvSpPr>
          <p:nvPr>
            <p:ph type="body" idx="33"/>
          </p:nvPr>
        </p:nvSpPr>
        <p:spPr>
          <a:xfrm xmlns:a="http://schemas.openxmlformats.org/drawingml/2006/main">
            <a:off x="3327247" y="2587176"/>
            <a:ext cx="2604628" cy="3181893"/>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12" name="Text Placeholder 15">
            <a:extLst xmlns:a="http://schemas.openxmlformats.org/drawingml/2006/main">
              <a:ext uri="{FF2B5EF4-FFF2-40B4-BE49-F238E27FC236}">
                <a16:creationId xmlns:a16="http://schemas.microsoft.com/office/drawing/2014/main" id="{470E7802-ADC3-0655-6C12-3D4AE736C06E}"/>
              </a:ext>
            </a:extLst>
          </p:cNvPr>
          <p:cNvSpPr>
            <a:spLocks xmlns:a="http://schemas.openxmlformats.org/drawingml/2006/main" noGrp="1"/>
          </p:cNvSpPr>
          <p:nvPr>
            <p:ph type="body" idx="34"/>
          </p:nvPr>
        </p:nvSpPr>
        <p:spPr>
          <a:xfrm xmlns:a="http://schemas.openxmlformats.org/drawingml/2006/main">
            <a:off x="6269739" y="2587176"/>
            <a:ext cx="2604628" cy="3181893"/>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13" name="Text Placeholder 15">
            <a:extLst xmlns:a="http://schemas.openxmlformats.org/drawingml/2006/main">
              <a:ext uri="{FF2B5EF4-FFF2-40B4-BE49-F238E27FC236}">
                <a16:creationId xmlns:a16="http://schemas.microsoft.com/office/drawing/2014/main" id="{1E4123C3-CA07-C6A7-ED8F-0C6516499769}"/>
              </a:ext>
            </a:extLst>
          </p:cNvPr>
          <p:cNvSpPr>
            <a:spLocks xmlns:a="http://schemas.openxmlformats.org/drawingml/2006/main" noGrp="1"/>
          </p:cNvSpPr>
          <p:nvPr>
            <p:ph type="body" idx="35"/>
          </p:nvPr>
        </p:nvSpPr>
        <p:spPr>
          <a:xfrm xmlns:a="http://schemas.openxmlformats.org/drawingml/2006/main">
            <a:off x="9200508" y="2587176"/>
            <a:ext cx="2604628" cy="3181893"/>
          </a:xfrm>
          <a:prstGeom xmlns:a="http://schemas.openxmlformats.org/drawingml/2006/main" prst="rect">
            <a:avLst/>
          </a:prstGeom>
        </p:spPr>
        <p:txBody>
          <a:bodyPr xmlns:a="http://schemas.openxmlformats.org/drawingml/2006/main"/>
          <a:lstStyle xmlns:a="http://schemas.openxmlformats.org/drawingml/2006/main">
            <a:lvl1pPr>
              <a:buNone/>
              <a:defRPr sz="1600" b="1">
                <a:solidFill>
                  <a:schemeClr val="accent3"/>
                </a:solidFill>
                <a:latin typeface="Inter"/>
                <a:ea typeface="Inter"/>
                <a:cs typeface="Inter"/>
              </a:defRPr>
            </a:lvl1pPr>
            <a:lvl3pPr marL="594360">
              <a:buNone/>
              <a:defRPr sz="1500">
                <a:latin typeface="Inter"/>
                <a:ea typeface="Inter"/>
                <a:cs typeface="Inter"/>
              </a:defRPr>
            </a:lvl3pPr>
            <a:lvl4pPr marL="868680">
              <a:buNone/>
              <a:defRPr sz="1500">
                <a:latin typeface="Inter"/>
                <a:ea typeface="Inter"/>
                <a:cs typeface="Inter"/>
              </a:defRPr>
            </a:lvl4pPr>
            <a:lvl5pPr marL="1143000">
              <a:buNone/>
              <a:defRPr sz="1500">
                <a:latin typeface="Inter"/>
                <a:ea typeface="Inter"/>
                <a:cs typeface="Inter"/>
              </a:defRPr>
            </a:lvl5pPr>
            <a:lvl6pPr marL="808038" indent="-222250">
              <a:buNone/>
              <a:defRPr sz="1200"/>
            </a:lvl6pPr>
          </a:lstStyle>
          <a:p xmlns:a="http://schemas.openxmlformats.org/drawingml/2006/main">
            <a:pPr lvl="0">
              <a:buNone/>
            </a:pPr>
            <a:r>
              <a:t>Click to edit Master text styles</a:t>
            </a:r>
          </a:p>
          <a:p xmlns:a="http://schemas.openxmlformats.org/drawingml/2006/main">
            <a:pPr lvl="2">
              <a:buNone/>
            </a:pPr>
            <a:r>
              <a:t>Bullet 1</a:t>
            </a:r>
          </a:p>
          <a:p xmlns:a="http://schemas.openxmlformats.org/drawingml/2006/main">
            <a:pPr lvl="3">
              <a:buNone/>
            </a:pPr>
            <a:r>
              <a:t>Bullet 2</a:t>
            </a:r>
          </a:p>
          <a:p xmlns:a="http://schemas.openxmlformats.org/drawingml/2006/main">
            <a:pPr lvl="4">
              <a:buNone/>
            </a:pPr>
            <a:r>
              <a:t>Bullet 3</a:t>
            </a:r>
          </a:p>
        </p:txBody>
      </p:sp>
      <p:sp>
        <p:nvSpPr>
          <p:cNvPr id="14" name="Straight Connector 13">
            <a:extLst xmlns:a="http://schemas.openxmlformats.org/drawingml/2006/main">
              <a:ext uri="{FF2B5EF4-FFF2-40B4-BE49-F238E27FC236}">
                <a16:creationId xmlns:a16="http://schemas.microsoft.com/office/drawing/2014/main" id="{69DD3C6B-4D87-4D9E-848D-7C92BB8C4609}"/>
              </a:ext>
            </a:extLst>
          </p:cNvPr>
          <p:cNvSpPr>
            <a:spLocks xmlns:a="http://schemas.openxmlformats.org/drawingml/2006/main" noGrp="1"/>
          </p:cNvSpPr>
          <p:nvPr/>
        </p:nvSpPr>
        <p:spPr>
          <a:xfrm xmlns:a="http://schemas.openxmlformats.org/drawingml/2006/main">
            <a:off x="3151400" y="1068313"/>
            <a:ext cx="0" cy="4570486"/>
          </a:xfrm>
          <a:prstGeom xmlns:a="http://schemas.openxmlformats.org/drawingml/2006/main" prst="line">
            <a:avLst/>
          </a:prstGeom>
          <a:ln xmlns:a="http://schemas.openxmlformats.org/drawingml/2006/main" w="12700">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5" name="Straight Connector 14">
            <a:extLst xmlns:a="http://schemas.openxmlformats.org/drawingml/2006/main">
              <a:ext uri="{FF2B5EF4-FFF2-40B4-BE49-F238E27FC236}">
                <a16:creationId xmlns:a16="http://schemas.microsoft.com/office/drawing/2014/main" id="{20A800F1-1079-44A1-831B-4DA175B6CE30}"/>
              </a:ext>
            </a:extLst>
          </p:cNvPr>
          <p:cNvSpPr>
            <a:spLocks xmlns:a="http://schemas.openxmlformats.org/drawingml/2006/main" noGrp="1"/>
          </p:cNvSpPr>
          <p:nvPr/>
        </p:nvSpPr>
        <p:spPr>
          <a:xfrm xmlns:a="http://schemas.openxmlformats.org/drawingml/2006/main">
            <a:off x="6105615" y="1068313"/>
            <a:ext cx="0" cy="4570486"/>
          </a:xfrm>
          <a:prstGeom xmlns:a="http://schemas.openxmlformats.org/drawingml/2006/main" prst="line">
            <a:avLst/>
          </a:prstGeom>
          <a:ln xmlns:a="http://schemas.openxmlformats.org/drawingml/2006/main" w="12700">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6" name="Straight Connector 15">
            <a:extLst xmlns:a="http://schemas.openxmlformats.org/drawingml/2006/main">
              <a:ext uri="{FF2B5EF4-FFF2-40B4-BE49-F238E27FC236}">
                <a16:creationId xmlns:a16="http://schemas.microsoft.com/office/drawing/2014/main" id="{68302627-B38E-48ED-8512-97FBA12911BF}"/>
              </a:ext>
            </a:extLst>
          </p:cNvPr>
          <p:cNvSpPr>
            <a:spLocks xmlns:a="http://schemas.openxmlformats.org/drawingml/2006/main" noGrp="1"/>
          </p:cNvSpPr>
          <p:nvPr/>
        </p:nvSpPr>
        <p:spPr>
          <a:xfrm xmlns:a="http://schemas.openxmlformats.org/drawingml/2006/main">
            <a:off x="9036385" y="1068313"/>
            <a:ext cx="0" cy="4570486"/>
          </a:xfrm>
          <a:prstGeom xmlns:a="http://schemas.openxmlformats.org/drawingml/2006/main" prst="line">
            <a:avLst/>
          </a:prstGeom>
          <a:ln xmlns:a="http://schemas.openxmlformats.org/drawingml/2006/main" w="12700">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Picture Placeholder 4">
            <a:extLst xmlns:a="http://schemas.openxmlformats.org/drawingml/2006/main">
              <a:ext uri="{FF2B5EF4-FFF2-40B4-BE49-F238E27FC236}">
                <a16:creationId xmlns:a16="http://schemas.microsoft.com/office/drawing/2014/main" id="{7B31B59F-BD5D-2267-CE7F-2CA3CAE840C9}"/>
              </a:ext>
            </a:extLst>
          </p:cNvPr>
          <p:cNvSpPr>
            <a:spLocks xmlns:a="http://schemas.openxmlformats.org/drawingml/2006/main" noGrp="1"/>
          </p:cNvSpPr>
          <p:nvPr>
            <p:ph type="pic" idx="27" hasCustomPrompt="1"/>
          </p:nvPr>
        </p:nvSpPr>
        <p:spPr>
          <a:xfrm xmlns:a="http://schemas.openxmlformats.org/drawingml/2006/main">
            <a:off x="1224682" y="1153317"/>
            <a:ext cx="746226" cy="645273"/>
          </a:xfrm>
          <a:prstGeom xmlns:a="http://schemas.openxmlformats.org/drawingml/2006/main" prst="rect">
            <a:avLst/>
          </a:prstGeom>
        </p:spPr>
        <p:txBody>
          <a:bodyPr xmlns:a="http://schemas.openxmlformats.org/drawingml/2006/main"/>
          <a:lstStyle xmlns:a="http://schemas.openxmlformats.org/drawingml/2006/main">
            <a:lvl1pPr>
              <a:buNone/>
              <a:defRPr sz="2000" b="0">
                <a:latin typeface="Work Sans"/>
                <a:ea typeface="Work Sans"/>
                <a:cs typeface="Work Sans"/>
              </a:defRPr>
            </a:lvl1pPr>
          </a:lstStyle>
          <a:p xmlns:a="http://schemas.openxmlformats.org/drawingml/2006/main">
            <a:r>
              <a:t>Icon</a:t>
            </a:r>
          </a:p>
        </p:txBody>
      </p:sp>
      <p:sp>
        <p:nvSpPr>
          <p:cNvPr id="18" name="Picture Placeholder 4">
            <a:extLst xmlns:a="http://schemas.openxmlformats.org/drawingml/2006/main">
              <a:ext uri="{FF2B5EF4-FFF2-40B4-BE49-F238E27FC236}">
                <a16:creationId xmlns:a16="http://schemas.microsoft.com/office/drawing/2014/main" id="{E5A579CE-50EC-5B8D-B077-6A0B3F1531B4}"/>
              </a:ext>
            </a:extLst>
          </p:cNvPr>
          <p:cNvSpPr>
            <a:spLocks xmlns:a="http://schemas.openxmlformats.org/drawingml/2006/main" noGrp="1"/>
          </p:cNvSpPr>
          <p:nvPr>
            <p:ph type="pic" idx="36" hasCustomPrompt="1"/>
          </p:nvPr>
        </p:nvSpPr>
        <p:spPr>
          <a:xfrm xmlns:a="http://schemas.openxmlformats.org/drawingml/2006/main">
            <a:off x="4222743" y="1153317"/>
            <a:ext cx="746226" cy="645273"/>
          </a:xfrm>
          <a:prstGeom xmlns:a="http://schemas.openxmlformats.org/drawingml/2006/main" prst="rect">
            <a:avLst/>
          </a:prstGeom>
        </p:spPr>
        <p:txBody>
          <a:bodyPr xmlns:a="http://schemas.openxmlformats.org/drawingml/2006/main"/>
          <a:lstStyle xmlns:a="http://schemas.openxmlformats.org/drawingml/2006/main">
            <a:lvl1pPr>
              <a:buNone/>
              <a:defRPr sz="2000" b="0">
                <a:latin typeface="Work Sans"/>
                <a:ea typeface="Work Sans"/>
                <a:cs typeface="Work Sans"/>
              </a:defRPr>
            </a:lvl1pPr>
          </a:lstStyle>
          <a:p xmlns:a="http://schemas.openxmlformats.org/drawingml/2006/main">
            <a:r>
              <a:t>Icon</a:t>
            </a:r>
          </a:p>
        </p:txBody>
      </p:sp>
      <p:sp>
        <p:nvSpPr>
          <p:cNvPr id="19" name="Picture Placeholder 4">
            <a:extLst xmlns:a="http://schemas.openxmlformats.org/drawingml/2006/main">
              <a:ext uri="{FF2B5EF4-FFF2-40B4-BE49-F238E27FC236}">
                <a16:creationId xmlns:a16="http://schemas.microsoft.com/office/drawing/2014/main" id="{AEAAD77C-E073-B176-C7B1-2A9C7CC73F5E}"/>
              </a:ext>
            </a:extLst>
          </p:cNvPr>
          <p:cNvSpPr>
            <a:spLocks xmlns:a="http://schemas.openxmlformats.org/drawingml/2006/main" noGrp="1"/>
          </p:cNvSpPr>
          <p:nvPr>
            <p:ph type="pic" idx="37" hasCustomPrompt="1"/>
          </p:nvPr>
        </p:nvSpPr>
        <p:spPr>
          <a:xfrm xmlns:a="http://schemas.openxmlformats.org/drawingml/2006/main">
            <a:off x="7223033" y="1153317"/>
            <a:ext cx="746226" cy="645273"/>
          </a:xfrm>
          <a:prstGeom xmlns:a="http://schemas.openxmlformats.org/drawingml/2006/main" prst="rect">
            <a:avLst/>
          </a:prstGeom>
        </p:spPr>
        <p:txBody>
          <a:bodyPr xmlns:a="http://schemas.openxmlformats.org/drawingml/2006/main"/>
          <a:lstStyle xmlns:a="http://schemas.openxmlformats.org/drawingml/2006/main">
            <a:lvl1pPr>
              <a:buNone/>
              <a:defRPr sz="2000" b="0">
                <a:latin typeface="Work Sans"/>
                <a:ea typeface="Work Sans"/>
                <a:cs typeface="Work Sans"/>
              </a:defRPr>
            </a:lvl1pPr>
          </a:lstStyle>
          <a:p xmlns:a="http://schemas.openxmlformats.org/drawingml/2006/main">
            <a:r>
              <a:t>Icon</a:t>
            </a:r>
          </a:p>
        </p:txBody>
      </p:sp>
      <p:sp>
        <p:nvSpPr>
          <p:cNvPr id="20" name="Picture Placeholder 4">
            <a:extLst xmlns:a="http://schemas.openxmlformats.org/drawingml/2006/main">
              <a:ext uri="{FF2B5EF4-FFF2-40B4-BE49-F238E27FC236}">
                <a16:creationId xmlns:a16="http://schemas.microsoft.com/office/drawing/2014/main" id="{1EAD4C46-2F93-80ED-B9F1-4C325B3232C6}"/>
              </a:ext>
            </a:extLst>
          </p:cNvPr>
          <p:cNvSpPr>
            <a:spLocks xmlns:a="http://schemas.openxmlformats.org/drawingml/2006/main" noGrp="1"/>
          </p:cNvSpPr>
          <p:nvPr>
            <p:ph type="pic" idx="38" hasCustomPrompt="1"/>
          </p:nvPr>
        </p:nvSpPr>
        <p:spPr>
          <a:xfrm xmlns:a="http://schemas.openxmlformats.org/drawingml/2006/main">
            <a:off x="10221092" y="1153317"/>
            <a:ext cx="746226" cy="645273"/>
          </a:xfrm>
          <a:prstGeom xmlns:a="http://schemas.openxmlformats.org/drawingml/2006/main" prst="rect">
            <a:avLst/>
          </a:prstGeom>
        </p:spPr>
        <p:txBody>
          <a:bodyPr xmlns:a="http://schemas.openxmlformats.org/drawingml/2006/main"/>
          <a:lstStyle xmlns:a="http://schemas.openxmlformats.org/drawingml/2006/main">
            <a:lvl1pPr>
              <a:buNone/>
              <a:defRPr sz="2000" b="0">
                <a:latin typeface="Work Sans"/>
                <a:ea typeface="Work Sans"/>
                <a:cs typeface="Work Sans"/>
              </a:defRPr>
            </a:lvl1pPr>
          </a:lstStyle>
          <a:p xmlns:a="http://schemas.openxmlformats.org/drawingml/2006/main">
            <a:r>
              <a:t>Icon</a:t>
            </a:r>
          </a:p>
        </p:txBody>
      </p:sp>
      <p:sp>
        <p:nvSpPr>
          <p:cNvPr id="8" name="SlideNo">
            <a:extLst xmlns:a="http://schemas.openxmlformats.org/drawingml/2006/main">
              <a:ext uri="{FF2B5EF4-FFF2-40B4-BE49-F238E27FC236}">
                <a16:creationId xmlns:a16="http://schemas.microsoft.com/office/drawing/2014/main" id="{7FC9874B-6313-C83B-691E-362F1250E0BA}"/>
              </a:ext>
            </a:extLst>
          </p:cNvPr>
          <p:cNvSpPr>
            <a:spLocks xmlns:a="http://schemas.openxmlformats.org/drawingml/2006/main" noGrp="1"/>
          </p:cNvSpPr>
          <p:nvPr/>
        </p:nvSpPr>
        <p:spPr>
          <a:xfrm xmlns:a="http://schemas.openxmlformats.org/drawingml/2006/main">
            <a:off x="11350046" y="6417917"/>
            <a:ext cx="457200" cy="215252"/>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lvl1pPr marL="0" algn="ctr" defTabSz="457200">
              <a:buNone/>
              <a:defRPr sz="1400" kern="1200">
                <a:solidFill>
                  <a:schemeClr val="tx1">
                    <a:lumMod val="50000"/>
                    <a:lumOff val="50000"/>
                  </a:schemeClr>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marL="0" marR="0" lvl="0" indent="0" algn="r" defTabSz="457200">
              <a:lnSpc>
                <a:spcPct val="150000"/>
              </a:lnSpc>
              <a:spcBef>
                <a:spcPts val="0"/>
              </a:spcBef>
              <a:spcAft>
                <a:spcPts val="0"/>
              </a:spcAft>
              <a:buClrTx/>
              <a:buSzTx/>
              <a:buFontTx/>
              <a:buNone/>
            </a:pPr>
            <a:fld id="{F2030FAF-A4A4-40ED-9EAC-96740896EED7}" type="slidenum">
              <a:rPr sz="1050" b="1" i="0">
                <a:solidFill>
                  <a:schemeClr val="bg1"/>
                </a:solidFill>
                <a:latin typeface="Inter"/>
                <a:ea typeface="Inter"/>
                <a:cs typeface="Inter"/>
              </a:rPr>
              <a:t>‹#›</a:t>
            </a:fld>
            <a:endParaRPr sz="1050" b="1" i="0">
              <a:solidFill>
                <a:schemeClr val="bg1"/>
              </a:solidFill>
              <a:latin typeface="Inter"/>
              <a:ea typeface="Inter"/>
              <a:cs typeface="Inter"/>
            </a:endParaRPr>
          </a:p>
        </p:txBody>
      </p:sp>
    </p:spTree>
  </p:cSld>
</p:sldLayout>
</file>

<file path=ppt/slideLayouts/slideLayout13.xml><?xml version="1.0" encoding="utf-8"?>
<p:sldLayout xmlns:p="http://schemas.openxmlformats.org/presentationml/2006/main" preserve="1" userDrawn="1">
  <p:cSld name="Survey Slide">
    <p:spTree>
      <p:nvGrpSpPr>
        <p:cNvPr id="1" name=""/>
        <p:cNvGrpSpPr/>
        <p:nvPr/>
      </p:nvGrpSpPr>
      <p:grpSpPr>
        <a:xfrm xmlns:a="http://schemas.openxmlformats.org/drawingml/2006/main"/>
      </p:grpSpPr>
      <p:pic>
        <p:nvPicPr>
          <p:cNvPr id="32" name="Picture 13"/>
          <p:cNvPicPr>
            <a:picLocks xmlns:a="http://schemas.openxmlformats.org/drawingml/2006/main" noChangeAspect="1"/>
          </p:cNvPicPr>
          <p:nvPr/>
        </p:nvPicPr>
        <p:blipFill>
          <a:blip xmlns:r="http://schemas.openxmlformats.org/officeDocument/2006/relationships" xmlns:a="http://schemas.openxmlformats.org/drawingml/2006/main" r:embed="R29375acae4384cef"/>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6" name="Title 3">
            <a:extLst xmlns:a="http://schemas.openxmlformats.org/drawingml/2006/main">
              <a:ext uri="{FF2B5EF4-FFF2-40B4-BE49-F238E27FC236}">
                <a16:creationId xmlns:a16="http://schemas.microsoft.com/office/drawing/2014/main" id="{8416C805-9827-17FC-59E2-D663CEE8225F}"/>
              </a:ext>
            </a:extLst>
          </p:cNvPr>
          <p:cNvSpPr>
            <a:spLocks xmlns:a="http://schemas.openxmlformats.org/drawingml/2006/main" noGrp="1"/>
          </p:cNvSpPr>
          <p:nvPr>
            <p:ph type="title" idx="0" hasCustomPrompt="1"/>
          </p:nvPr>
        </p:nvSpPr>
        <p:spPr>
          <a:xfrm xmlns:a="http://schemas.openxmlformats.org/drawingml/2006/main">
            <a:off x="838200" y="815239"/>
            <a:ext cx="5761038" cy="3135174"/>
          </a:xfrm>
          <a:prstGeom xmlns:a="http://schemas.openxmlformats.org/drawingml/2006/main" prst="rect">
            <a:avLst/>
          </a:prstGeom>
        </p:spPr>
        <p:txBody>
          <a:bodyPr xmlns:a="http://schemas.openxmlformats.org/drawingml/2006/main" anchor="b">
            <a:normAutofit/>
          </a:bodyPr>
          <a:lstStyle xmlns:a="http://schemas.openxmlformats.org/drawingml/2006/main">
            <a:lvl1pPr>
              <a:buNone/>
              <a:defRPr sz="4800" b="0">
                <a:solidFill>
                  <a:schemeClr val="tx1"/>
                </a:solidFill>
                <a:latin typeface="Inter"/>
                <a:ea typeface="Inter"/>
                <a:cs typeface="Inter"/>
              </a:defRPr>
            </a:lvl1pPr>
          </a:lstStyle>
          <a:p xmlns:a="http://schemas.openxmlformats.org/drawingml/2006/main">
            <a:r>
              <a:t>What are your thoughts about</a:t>
            </a:r>
            <a:br/>
            <a:r>
              <a:t>this session?</a:t>
            </a:r>
          </a:p>
        </p:txBody>
      </p:sp>
      <p:sp>
        <p:nvSpPr>
          <p:cNvPr id="27" name="Text Placeholder 6">
            <a:extLst xmlns:a="http://schemas.openxmlformats.org/drawingml/2006/main">
              <a:ext uri="{FF2B5EF4-FFF2-40B4-BE49-F238E27FC236}">
                <a16:creationId xmlns:a16="http://schemas.microsoft.com/office/drawing/2014/main" id="{BE5E557E-6D05-5014-330E-D05FB40E65B9}"/>
              </a:ext>
            </a:extLst>
          </p:cNvPr>
          <p:cNvSpPr>
            <a:spLocks xmlns:a="http://schemas.openxmlformats.org/drawingml/2006/main" noGrp="1"/>
          </p:cNvSpPr>
          <p:nvPr>
            <p:ph type="body" idx="10" hasCustomPrompt="1"/>
          </p:nvPr>
        </p:nvSpPr>
        <p:spPr>
          <a:xfrm xmlns:a="http://schemas.openxmlformats.org/drawingml/2006/main">
            <a:off x="838200" y="4121652"/>
            <a:ext cx="5761038" cy="365125"/>
          </a:xfrm>
          <a:prstGeom xmlns:a="http://schemas.openxmlformats.org/drawingml/2006/main" prst="rect">
            <a:avLst/>
          </a:prstGeom>
          <a:noFill xmlns:a="http://schemas.openxmlformats.org/drawingml/2006/main"/>
        </p:spPr>
        <p:txBody>
          <a:bodyPr xmlns:a="http://schemas.openxmlformats.org/drawingml/2006/main" anchor="b">
            <a:normAutofit/>
          </a:bodyPr>
          <a:lstStyle xmlns:a="http://schemas.openxmlformats.org/drawingml/2006/main">
            <a:lvl1pPr>
              <a:buNone/>
              <a:defRPr sz="2000">
                <a:solidFill>
                  <a:schemeClr val="accent3"/>
                </a:solidFill>
                <a:latin typeface="Inter"/>
                <a:ea typeface="Inter"/>
                <a:cs typeface="Inter"/>
              </a:defRPr>
            </a:lvl1pPr>
          </a:lstStyle>
          <a:p xmlns:a="http://schemas.openxmlformats.org/drawingml/2006/main">
            <a:pPr lvl="0">
              <a:buNone/>
            </a:pPr>
            <a:r>
              <a:t>Tell us in a quick survey. Scan to get started.</a:t>
            </a:r>
          </a:p>
        </p:txBody>
      </p:sp>
      <p:pic>
        <p:nvPicPr>
          <p:cNvPr id="35" name="Picture 8"/>
          <p:cNvPicPr>
            <a:picLocks xmlns:a="http://schemas.openxmlformats.org/drawingml/2006/main" noChangeAspect="1"/>
          </p:cNvPicPr>
          <p:nvPr/>
        </p:nvPicPr>
        <p:blipFill>
          <a:blip xmlns:r="http://schemas.openxmlformats.org/officeDocument/2006/relationships" xmlns:a="http://schemas.openxmlformats.org/drawingml/2006/main" r:embed="R51022f13059643d2"/>
          <a:srcRect xmlns:a="http://schemas.openxmlformats.org/drawingml/2006/main" l="0" t="0" r="0" b="0"/>
          <a:stretch xmlns:a="http://schemas.openxmlformats.org/drawingml/2006/main"/>
        </p:blipFill>
        <p:spPr>
          <a:xfrm xmlns:a="http://schemas.openxmlformats.org/drawingml/2006/main">
            <a:off x="5918200" y="685800"/>
            <a:ext cx="6858000" cy="6172200"/>
          </a:xfrm>
          <a:prstGeom xmlns:a="http://schemas.openxmlformats.org/drawingml/2006/main" prst="rect">
            <a:avLst/>
          </a:prstGeom>
        </p:spPr>
      </p:pic>
      <p:pic>
        <p:nvPicPr>
          <p:cNvPr id="36" name="Picture 17"/>
          <p:cNvPicPr>
            <a:picLocks xmlns:a="http://schemas.openxmlformats.org/drawingml/2006/main" noChangeAspect="1"/>
          </p:cNvPicPr>
          <p:nvPr/>
        </p:nvPicPr>
        <p:blipFill>
          <a:blip xmlns:r="http://schemas.openxmlformats.org/officeDocument/2006/relationships" xmlns:a="http://schemas.openxmlformats.org/drawingml/2006/main" r:embed="R2329b94571874fc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37" name="Picture 19"/>
          <p:cNvPicPr>
            <a:picLocks xmlns:a="http://schemas.openxmlformats.org/drawingml/2006/main" noChangeAspect="1"/>
          </p:cNvPicPr>
          <p:nvPr/>
        </p:nvPicPr>
        <p:blipFill>
          <a:blip xmlns:r="http://schemas.openxmlformats.org/officeDocument/2006/relationships" xmlns:a="http://schemas.openxmlformats.org/drawingml/2006/main" r:embed="Rfd4789d3c999450a"/>
          <a:stretch xmlns:a="http://schemas.openxmlformats.org/drawingml/2006/main">
            <a:fillRect l="0" t="0" r="0" b="0"/>
          </a:stretch>
        </p:blipFill>
        <p:spPr>
          <a:xfrm xmlns:a="http://schemas.openxmlformats.org/drawingml/2006/main">
            <a:off x="7943850" y="2139950"/>
            <a:ext cx="2926080" cy="2926080"/>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01474292d944cb" /><Relationship Type="http://schemas.openxmlformats.org/officeDocument/2006/relationships/slideLayout" Target="/ppt/slideLayouts/slideLayout1.xml" Id="Raf9b8e055e9448d9" /><Relationship Type="http://schemas.openxmlformats.org/officeDocument/2006/relationships/slideLayout" Target="/ppt/slideLayouts/slideLayout2.xml" Id="R468cc8262b954791" /><Relationship Type="http://schemas.openxmlformats.org/officeDocument/2006/relationships/slideLayout" Target="/ppt/slideLayouts/slideLayout3.xml" Id="R4299ee8fab604c79" /><Relationship Type="http://schemas.openxmlformats.org/officeDocument/2006/relationships/slideLayout" Target="/ppt/slideLayouts/slideLayout4.xml" Id="R7cdb6c7a994641bd" /><Relationship Type="http://schemas.openxmlformats.org/officeDocument/2006/relationships/slideLayout" Target="/ppt/slideLayouts/slideLayout5.xml" Id="Rd3ff7e3c028b4804" /><Relationship Type="http://schemas.openxmlformats.org/officeDocument/2006/relationships/slideLayout" Target="/ppt/slideLayouts/slideLayout6.xml" Id="R78441e7fde3a45af" /><Relationship Type="http://schemas.openxmlformats.org/officeDocument/2006/relationships/slideLayout" Target="/ppt/slideLayouts/slideLayout7.xml" Id="R94beb8538e26424a" /><Relationship Type="http://schemas.openxmlformats.org/officeDocument/2006/relationships/slideLayout" Target="/ppt/slideLayouts/slideLayout8.xml" Id="R1b2fe577360b4d02" /><Relationship Type="http://schemas.openxmlformats.org/officeDocument/2006/relationships/slideLayout" Target="/ppt/slideLayouts/slideLayout9.xml" Id="R9393d79384ae4ca9" /><Relationship Type="http://schemas.openxmlformats.org/officeDocument/2006/relationships/slideLayout" Target="/ppt/slideLayouts/slideLayout10.xml" Id="R85bdbfce566d4a68" /><Relationship Type="http://schemas.openxmlformats.org/officeDocument/2006/relationships/slideLayout" Target="/ppt/slideLayouts/slideLayout11.xml" Id="R61c792c2ddbb4fb3" /><Relationship Type="http://schemas.openxmlformats.org/officeDocument/2006/relationships/slideLayout" Target="/ppt/slideLayouts/slideLayout12.xml" Id="R147022b0e7a7420a" /><Relationship Type="http://schemas.openxmlformats.org/officeDocument/2006/relationships/slideLayout" Target="/ppt/slideLayouts/slideLayout13.xml" Id="R1c7d21c655f5418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9b8e055e9448d9"/>
    <p:sldLayoutId xmlns:r="http://schemas.openxmlformats.org/officeDocument/2006/relationships" id="2147483650" r:id="R468cc8262b954791"/>
    <p:sldLayoutId xmlns:r="http://schemas.openxmlformats.org/officeDocument/2006/relationships" id="2147483651" r:id="R4299ee8fab604c79"/>
    <p:sldLayoutId xmlns:r="http://schemas.openxmlformats.org/officeDocument/2006/relationships" id="2147483652" r:id="R7cdb6c7a994641bd"/>
    <p:sldLayoutId xmlns:r="http://schemas.openxmlformats.org/officeDocument/2006/relationships" id="2147483653" r:id="Rd3ff7e3c028b4804"/>
    <p:sldLayoutId xmlns:r="http://schemas.openxmlformats.org/officeDocument/2006/relationships" id="2147483654" r:id="R78441e7fde3a45af"/>
    <p:sldLayoutId xmlns:r="http://schemas.openxmlformats.org/officeDocument/2006/relationships" id="2147483655" r:id="R94beb8538e26424a"/>
    <p:sldLayoutId xmlns:r="http://schemas.openxmlformats.org/officeDocument/2006/relationships" id="2147483656" r:id="R1b2fe577360b4d02"/>
    <p:sldLayoutId xmlns:r="http://schemas.openxmlformats.org/officeDocument/2006/relationships" id="2147483657" r:id="R9393d79384ae4ca9"/>
    <p:sldLayoutId xmlns:r="http://schemas.openxmlformats.org/officeDocument/2006/relationships" id="2147483658" r:id="R85bdbfce566d4a68"/>
    <p:sldLayoutId xmlns:r="http://schemas.openxmlformats.org/officeDocument/2006/relationships" id="2147483659" r:id="R61c792c2ddbb4fb3"/>
    <p:sldLayoutId xmlns:r="http://schemas.openxmlformats.org/officeDocument/2006/relationships" id="2147483660" r:id="R147022b0e7a7420a"/>
    <p:sldLayoutId xmlns:r="http://schemas.openxmlformats.org/officeDocument/2006/relationships" id="2147483661" r:id="R1c7d21c655f5418b"/>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engage Light">
  <a:themeElements>
    <a:clrScheme name="ES 2026">
      <a:dk1>
        <a:srgbClr val="0B1F3A"/>
      </a:dk1>
      <a:lt1>
        <a:srgbClr val="FFFFFF"/>
      </a:lt1>
      <a:dk2>
        <a:srgbClr val="0B1F3A"/>
      </a:dk2>
      <a:lt2>
        <a:srgbClr val="DEE5EE"/>
      </a:lt2>
      <a:accent1>
        <a:srgbClr val="00B8D9"/>
      </a:accent1>
      <a:accent2>
        <a:srgbClr val="FD9A04"/>
      </a:accent2>
      <a:accent3>
        <a:srgbClr val="008EBA"/>
      </a:accent3>
      <a:accent4>
        <a:srgbClr val="00E7FF"/>
      </a:accent4>
      <a:accent5>
        <a:srgbClr val="3C4960"/>
      </a:accent5>
      <a:accent6>
        <a:srgbClr val="2A3749"/>
      </a:accent6>
      <a:hlink>
        <a:srgbClr val="00B8D9"/>
      </a:hlink>
      <a:folHlink>
        <a:srgbClr val="008EBA"/>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ES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63dd60c85cfb429f" /><Relationship Type="http://schemas.openxmlformats.org/officeDocument/2006/relationships/hyperlink" Target="https://spoo.me/cHzhyF2" TargetMode="External" Id="Re10eeb379c3744bd" /><Relationship Type="http://schemas.openxmlformats.org/officeDocument/2006/relationships/image" Target="/ppt/media/image9.png" Id="R61ec5f74ff4246f0" /><Relationship Type="http://schemas.openxmlformats.org/officeDocument/2006/relationships/notesSlide" Target="/ppt/notesSlides/notesSlide1.xml" Id="R9101aa7294e24a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ca27db42f7ba4e1d" /><Relationship Type="http://schemas.openxmlformats.org/officeDocument/2006/relationships/hyperlink" Target="mailto:ndvir@albany.edu" TargetMode="External" Id="Redcfdd9574c441c4" /><Relationship Type="http://schemas.openxmlformats.org/officeDocument/2006/relationships/image" Target="/ppt/media/image2.jpeg" Id="Re620e881fa574239" /><Relationship Type="http://schemas.openxmlformats.org/officeDocument/2006/relationships/notesSlide" Target="/ppt/notesSlides/notesSlide2.xml" Id="R073f77be5f4346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e12562a8714445d3" /><Relationship Type="http://schemas.openxmlformats.org/officeDocument/2006/relationships/notesSlide" Target="/ppt/notesSlides/notesSlide3.xml" Id="R9342759929324b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21b8b392f9ff43e4" /><Relationship Type="http://schemas.openxmlformats.org/officeDocument/2006/relationships/image" Target="/ppt/media/image10.png" Id="Ra387b13f333946fd" /><Relationship Type="http://schemas.openxmlformats.org/officeDocument/2006/relationships/image" Target="/ppt/media/image11.png" Id="R2a013df27d8d4b87" /><Relationship Type="http://schemas.openxmlformats.org/officeDocument/2006/relationships/image" Target="/ppt/media/image12.png" Id="R2c737bb8fbdc4cf7" /><Relationship Type="http://schemas.openxmlformats.org/officeDocument/2006/relationships/image" Target="/ppt/media/image13.png" Id="Reeba22422f39444a" /><Relationship Type="http://schemas.openxmlformats.org/officeDocument/2006/relationships/notesSlide" Target="/ppt/notesSlides/notesSlide4.xml" Id="R4cfd35e8dd394a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6aa41b963e394b7d" /><Relationship Type="http://schemas.openxmlformats.org/officeDocument/2006/relationships/notesSlide" Target="/ppt/notesSlides/notesSlide5.xml" Id="Rd4a2315eacab42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f98cc9a439d4c9e" /><Relationship Type="http://schemas.openxmlformats.org/officeDocument/2006/relationships/notesSlide" Target="/ppt/notesSlides/notesSlide6.xml" Id="R0ce1d1c3e8f446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48954783599349eb" /><Relationship Type="http://schemas.openxmlformats.org/officeDocument/2006/relationships/image" Target="/ppt/media/image14.png" Id="R1045c50243394dde" /><Relationship Type="http://schemas.openxmlformats.org/officeDocument/2006/relationships/notesSlide" Target="/ppt/notesSlides/notesSlide7.xml" Id="Rcd2fd3a54d734f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c808cacdb3fa4c7e" /><Relationship Type="http://schemas.openxmlformats.org/officeDocument/2006/relationships/notesSlide" Target="/ppt/notesSlides/notesSlide8.xml" Id="R6ff32a14244348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0ff6ba419a3b4e50" /><Relationship Type="http://schemas.openxmlformats.org/officeDocument/2006/relationships/notesSlide" Target="/ppt/notesSlides/notesSlide9.xml" Id="Reb06259a2f7d42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bd7c9bb3a2ca4f64" /><Relationship Type="http://schemas.openxmlformats.org/officeDocument/2006/relationships/image" Target="/ppt/media/image15.png" Id="Re9723b96166d465a" /><Relationship Type="http://schemas.openxmlformats.org/officeDocument/2006/relationships/notesSlide" Target="/ppt/notesSlides/notesSlide10.xml" Id="R06efae7dc1a445c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8744c924e6e642dd" /><Relationship Type="http://schemas.openxmlformats.org/officeDocument/2006/relationships/image" Target="/ppt/media/image16.png" Id="Rbd9594a448c24ff8" /><Relationship Type="http://schemas.openxmlformats.org/officeDocument/2006/relationships/notesSlide" Target="/ppt/notesSlides/notesSlide11.xml" Id="R0fd54ee378cd41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84024b35d3e24bf4" /><Relationship Type="http://schemas.openxmlformats.org/officeDocument/2006/relationships/notesSlide" Target="/ppt/notesSlides/notesSlide12.xml" Id="R1308186567924c2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058b3cbc29d24849" /><Relationship Type="http://schemas.openxmlformats.org/officeDocument/2006/relationships/notesSlide" Target="/ppt/notesSlides/notesSlide13.xml" Id="Raa2b814501854a2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dbc4363865a1422c" /><Relationship Type="http://schemas.openxmlformats.org/officeDocument/2006/relationships/image" Target="/ppt/media/image17.png" Id="R1a1c2f024920448c" /><Relationship Type="http://schemas.openxmlformats.org/officeDocument/2006/relationships/notesSlide" Target="/ppt/notesSlides/notesSlide14.xml" Id="Rb6f1ffec07134c9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2c1ed706936545f9" /><Relationship Type="http://schemas.openxmlformats.org/officeDocument/2006/relationships/image" Target="/ppt/media/image18.png" Id="R8b1263de271d4e48" /><Relationship Type="http://schemas.openxmlformats.org/officeDocument/2006/relationships/notesSlide" Target="/ppt/notesSlides/notesSlide15.xml" Id="R0b54195defc7448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a58399cf9a554eef" /><Relationship Type="http://schemas.openxmlformats.org/officeDocument/2006/relationships/notesSlide" Target="/ppt/notesSlides/notesSlide16.xml" Id="R0203a82229654df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d5f5b265c59d4590" /><Relationship Type="http://schemas.openxmlformats.org/officeDocument/2006/relationships/image" Target="/ppt/media/image19.png" Id="Re18693c868374b02" /><Relationship Type="http://schemas.openxmlformats.org/officeDocument/2006/relationships/notesSlide" Target="/ppt/notesSlides/notesSlide17.xml" Id="R2b2b8b215261468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9ae7172da64d4340" /><Relationship Type="http://schemas.openxmlformats.org/officeDocument/2006/relationships/image" Target="/ppt/media/image20.png" Id="Ra1d9ef5b3028433f" /><Relationship Type="http://schemas.openxmlformats.org/officeDocument/2006/relationships/notesSlide" Target="/ppt/notesSlides/notesSlide18.xml" Id="Rdefdd85ee50f46d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194d9e7c7dba46a9" /><Relationship Type="http://schemas.openxmlformats.org/officeDocument/2006/relationships/notesSlide" Target="/ppt/notesSlides/notesSlide19.xml" Id="R7035b41bc3b8473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7e38c6e2d0fd4de2" /><Relationship Type="http://schemas.openxmlformats.org/officeDocument/2006/relationships/image" Target="/ppt/media/image3.jpeg" Id="R78c8ca38e81d4f10" /><Relationship Type="http://schemas.openxmlformats.org/officeDocument/2006/relationships/notesSlide" Target="/ppt/notesSlides/notesSlide20.xml" Id="R51815218236e45b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bb5a91903acd46d6" /><Relationship Type="http://schemas.openxmlformats.org/officeDocument/2006/relationships/notesSlide" Target="/ppt/notesSlides/notesSlide21.xml" Id="Rdaac38453afd459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ff45ca894f6d4891" /><Relationship Type="http://schemas.openxmlformats.org/officeDocument/2006/relationships/notesSlide" Target="/ppt/notesSlides/notesSlide22.xml" Id="Rf7f2a176c8b6458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303423c7730245ef" /><Relationship Type="http://schemas.openxmlformats.org/officeDocument/2006/relationships/notesSlide" Target="/ppt/notesSlides/notesSlide23.xml" Id="R457ff465198d41f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3.xml" Id="R24c65bcfc5ad4ed8" /><Relationship Type="http://schemas.openxmlformats.org/officeDocument/2006/relationships/notesSlide" Target="/ppt/notesSlides/notesSlide24.xml" Id="R0fd7a2bdfcce471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d3c60d252aea4375" /><Relationship Type="http://schemas.openxmlformats.org/officeDocument/2006/relationships/notesSlide" Target="/ppt/notesSlides/notesSlide25.xml" Id="R782c2ae2af5a4fb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3.xml" Id="R155fce2f8e2b4805" /><Relationship Type="http://schemas.openxmlformats.org/officeDocument/2006/relationships/image" Target="/ppt/media/image21.png" Id="Rc1ab0cd2672949ee" /><Relationship Type="http://schemas.openxmlformats.org/officeDocument/2006/relationships/notesSlide" Target="/ppt/notesSlides/notesSlide26.xml" Id="Rc4d7f41beb9c415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fdde56cdc0b64f95" /><Relationship Type="http://schemas.openxmlformats.org/officeDocument/2006/relationships/notesSlide" Target="/ppt/notesSlides/notesSlide27.xml" Id="R9bac2c5a94884c6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3.xml" Id="R7d6e85d203d24ff3" /><Relationship Type="http://schemas.openxmlformats.org/officeDocument/2006/relationships/notesSlide" Target="/ppt/notesSlides/notesSlide28.xml" Id="R5582644e27524d9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3.xml" Id="Rc0ef4ad9038c45ed" /><Relationship Type="http://schemas.openxmlformats.org/officeDocument/2006/relationships/notesSlide" Target="/ppt/notesSlides/notesSlide29.xml" Id="R74a8c1ae61e5425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3.xml" Id="Re31ccdd3b13d4a51" /><Relationship Type="http://schemas.openxmlformats.org/officeDocument/2006/relationships/notesSlide" Target="/ppt/notesSlides/notesSlide30.xml" Id="R273d5e09fdb5481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fa46be360e744aab" /><Relationship Type="http://schemas.openxmlformats.org/officeDocument/2006/relationships/notesSlide" Target="/ppt/notesSlides/notesSlide31.xml" Id="R17102ea545b4465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3.xml" Id="R399009e8f9ac4e15" /><Relationship Type="http://schemas.openxmlformats.org/officeDocument/2006/relationships/image" Target="/ppt/media/image22.png" Id="Rf8d01315043c4d91" /><Relationship Type="http://schemas.openxmlformats.org/officeDocument/2006/relationships/notesSlide" Target="/ppt/notesSlides/notesSlide32.xml" Id="R39dde3aefa1e48e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3.xml" Id="Rb35341cf7d3840d9" /><Relationship Type="http://schemas.openxmlformats.org/officeDocument/2006/relationships/notesSlide" Target="/ppt/notesSlides/notesSlide33.xml" Id="R54ffdf13acdc4e6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3.xml" Id="Rf46ca6e79d314646" /><Relationship Type="http://schemas.openxmlformats.org/officeDocument/2006/relationships/image" Target="/ppt/media/image23.png" Id="Rcc8df9be02324d6c" /><Relationship Type="http://schemas.openxmlformats.org/officeDocument/2006/relationships/image" Target="/ppt/media/image24.png" Id="Rdb76a285efb84299" /><Relationship Type="http://schemas.openxmlformats.org/officeDocument/2006/relationships/notesSlide" Target="/ppt/notesSlides/notesSlide34.xml" Id="Rf5b473b810c64f3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3.xml" Id="R1fb714aa741d4565" /><Relationship Type="http://schemas.openxmlformats.org/officeDocument/2006/relationships/notesSlide" Target="/ppt/notesSlides/notesSlide35.xml" Id="Rd1a7df8099f24ab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3.xml" Id="R3d9e1d650eb049c4" /><Relationship Type="http://schemas.openxmlformats.org/officeDocument/2006/relationships/image" Target="/ppt/media/image25.png" Id="R797fa264ec3949a0" /><Relationship Type="http://schemas.openxmlformats.org/officeDocument/2006/relationships/notesSlide" Target="/ppt/notesSlides/notesSlide36.xml" Id="Rd9c7ee3de2c14bb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3.xml" Id="Rfbb3ad3912d9435c" /><Relationship Type="http://schemas.openxmlformats.org/officeDocument/2006/relationships/notesSlide" Target="/ppt/notesSlides/notesSlide37.xml" Id="R809aabedd8c6487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3.xml" Id="R7eeaca01b5bb47f6" /><Relationship Type="http://schemas.openxmlformats.org/officeDocument/2006/relationships/image" Target="/ppt/media/image26.png" Id="R052b5fc6f6e5432e" /><Relationship Type="http://schemas.openxmlformats.org/officeDocument/2006/relationships/notesSlide" Target="/ppt/notesSlides/notesSlide38.xml" Id="R2e641e907a6544d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3.xml" Id="R92f7a6573e044f0b" /><Relationship Type="http://schemas.openxmlformats.org/officeDocument/2006/relationships/notesSlide" Target="/ppt/notesSlides/notesSlide39.xml" Id="R17d2d1931cad40b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3.xml" Id="R490e0d638d4949a9" /><Relationship Type="http://schemas.openxmlformats.org/officeDocument/2006/relationships/hyperlink" Target="https://spoo.me/cHzhyF2" TargetMode="External" Id="R5335f05fbdc54149" /><Relationship Type="http://schemas.openxmlformats.org/officeDocument/2006/relationships/image" Target="/ppt/media/image27.png" Id="Rcd15189013234036" /><Relationship Type="http://schemas.openxmlformats.org/officeDocument/2006/relationships/notesSlide" Target="/ppt/notesSlides/notesSlide40.xml" Id="R6b1f5b5f1c534b1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3.xml" Id="R12d1609117a845d8" /><Relationship Type="http://schemas.openxmlformats.org/officeDocument/2006/relationships/hyperlink" Target="mailto:ndvir@albany.edu" TargetMode="External" Id="Rdafc21ba0fe24f7d" /><Relationship Type="http://schemas.openxmlformats.org/officeDocument/2006/relationships/hyperlink" Target="https://nimdvir.com" TargetMode="External" Id="R190722a6c29245b8" /><Relationship Type="http://schemas.openxmlformats.org/officeDocument/2006/relationships/notesSlide" Target="/ppt/notesSlides/notesSlide41.xml" Id="R1b97dff3ec884c0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19125" y="619125"/>
            <a:ext cx="10668000" cy="176212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400" b="1">
                <a:solidFill>
                  <a:srgbClr val="0B1F3A"/>
                </a:solidFill>
                <a:latin typeface="Inter"/>
                <a:ea typeface="Inter"/>
                <a:cs typeface="Inter"/>
              </a:defRPr>
            </a:pPr>
            <a:r>
              <a:rPr sz="5400" b="1">
                <a:solidFill>
                  <a:srgbClr val="0B1F3A"/>
                </a:solidFill>
                <a:latin typeface="Inter"/>
                <a:ea typeface="Inter"/>
                <a:cs typeface="Inter"/>
              </a:rPr>
              <a:t>AI Agents in VS Code</a:t>
            </a:r>
            <a:br>
              <a:rPr sz="5400" b="1">
                <a:solidFill>
                  <a:srgbClr val="0B1F3A"/>
                </a:solidFill>
                <a:latin typeface="Inter"/>
                <a:ea typeface="Inter"/>
                <a:cs typeface="Inter"/>
              </a:rPr>
            </a:br>
            <a:r>
              <a:rPr sz="5400" b="1">
                <a:solidFill>
                  <a:srgbClr val="0B1F3A"/>
                </a:solidFill>
                <a:latin typeface="Inter"/>
                <a:ea typeface="Inter"/>
                <a:cs typeface="Inter"/>
              </a:rPr>
              <a:t>for Academic Work</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33425" y="2857500"/>
            <a:ext cx="7239000" cy="271462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From Prompting to Workflows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Nim Dvir, PhD, MBA</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University at Albany</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hlinkClick xmlns:r="http://schemas.openxmlformats.org/officeDocument/2006/relationships" r:id="Re10eeb379c3744bd"/>
              </a:rPr>
              <a:t>spoo.me/cHzhyF2</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1ec5f74ff4246f0"/>
          <a:stretch xmlns:a="http://schemas.openxmlformats.org/drawingml/2006/main"/>
        </p:blipFill>
        <p:spPr>
          <a:xfrm xmlns:a="http://schemas.openxmlformats.org/drawingml/2006/main">
            <a:off x="8858250" y="2762250"/>
            <a:ext cx="2524125" cy="2524125"/>
          </a:xfrm>
          <a:prstGeom xmlns:a="http://schemas.openxmlformats.org/drawingml/2006/main" prst="rect">
            <a:avLst/>
          </a:prstGeom>
        </p:spPr>
      </p:pic>
    </p:spTree>
    <p:extLst>
      <p:ext uri="{BB962C8B-B14F-4D97-AF65-F5344CB8AC3E}">
        <p14:creationId xmlns:p14="http://schemas.microsoft.com/office/powerpoint/2010/main" val="216202381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About me</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52575"/>
            <a:ext cx="6048375" cy="417195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I teach databases, SQL, and analytics.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I research HCI, UX, and AI.</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I build courseware and a textbook.</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hlinkClick xmlns:r="http://schemas.openxmlformats.org/officeDocument/2006/relationships" r:id="Redcfdd9574c441c4"/>
              </a:rPr>
              <a:t>ndvir@albany.edu</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620e881fa574239"/>
          <a:stretch xmlns:a="http://schemas.openxmlformats.org/drawingml/2006/main"/>
        </p:blipFill>
        <p:spPr>
          <a:xfrm xmlns:a="http://schemas.openxmlformats.org/drawingml/2006/main">
            <a:off x="7191375" y="1583710"/>
            <a:ext cx="4333875" cy="3976330"/>
          </a:xfrm>
          <a:prstGeom xmlns:a="http://schemas.openxmlformats.org/drawingml/2006/main" prst="rect">
            <a:avLst/>
          </a:prstGeom>
        </p:spPr>
      </p:pic>
    </p:spTree>
    <p:extLst>
      <p:ext uri="{BB962C8B-B14F-4D97-AF65-F5344CB8AC3E}">
        <p14:creationId xmlns:p14="http://schemas.microsoft.com/office/powerpoint/2010/main" val="216202381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Why am I doing this?</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71625"/>
            <a:ext cx="10620375" cy="40005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I always wanted to build things.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AI agents helped me turn ideas into working materials.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Now I can show you how I do it.</a:t>
            </a:r>
          </a:p>
        </p:txBody>
      </p:sp>
    </p:spTree>
    <p:extLst>
      <p:ext uri="{BB962C8B-B14F-4D97-AF65-F5344CB8AC3E}">
        <p14:creationId xmlns:p14="http://schemas.microsoft.com/office/powerpoint/2010/main" val="216202381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What agents helped me build</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428750"/>
            <a:ext cx="9525" cy="9525"/>
          </a:xfrm>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0B1F3A"/>
                </a:solidFill>
                <a:latin typeface="Inter"/>
                <a:ea typeface="Inter"/>
                <a:cs typeface="Inter"/>
              </a:defRPr>
            </a:pPr>
            <a:r>
              <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387b13f333946fd"/>
          <a:stretch xmlns:a="http://schemas.openxmlformats.org/drawingml/2006/main"/>
        </p:blipFill>
        <p:spPr>
          <a:xfrm xmlns:a="http://schemas.openxmlformats.org/drawingml/2006/main">
            <a:off x="2137410" y="1333500"/>
            <a:ext cx="2125980" cy="1476375"/>
          </a:xfrm>
          <a:prstGeom xmlns:a="http://schemas.openxmlformats.org/drawingml/2006/main" prst="rect">
            <a:avLst/>
          </a:prstGeom>
        </p:spPr>
      </p:pic>
      <p:sp>
        <p:nvSpPr>
          <p:cNvPr id="4" name="project-0">
            <a:extLst xmlns:a="http://schemas.openxmlformats.org/drawingml/2006/main">
              <a:ext uri="{FF2B5EF4-FFF2-40B4-BE49-F238E27FC236}">
                <a16:creationId xmlns:a16="http://schemas.microsoft.com/office/drawing/2014/main" id="{1BE2D71E-E6B6-4E6E-81FA-59349F79A4C3}"/>
              </a:ext>
            </a:extLst>
          </p:cNvPr>
          <p:cNvSpPr>
            <a:spLocks xmlns:a="http://schemas.openxmlformats.org/drawingml/2006/main" noGrp="1"/>
          </p:cNvSpPr>
          <p:nvPr/>
        </p:nvSpPr>
        <p:spPr>
          <a:xfrm xmlns:a="http://schemas.openxmlformats.org/drawingml/2006/main">
            <a:off x="723900" y="28575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1">
                <a:solidFill>
                  <a:srgbClr val="0B1F3A"/>
                </a:solidFill>
                <a:latin typeface="Inter"/>
                <a:ea typeface="Inter"/>
                <a:cs typeface="Inter"/>
              </a:defRPr>
            </a:pPr>
            <a:r>
              <a:rPr sz="3000" b="1">
                <a:solidFill>
                  <a:srgbClr val="0B1F3A"/>
                </a:solidFill>
                <a:latin typeface="Inter"/>
                <a:ea typeface="Inter"/>
                <a:cs typeface="Inter"/>
              </a:rPr>
              <a:t>Conference website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a013df27d8d4b87"/>
          <a:stretch xmlns:a="http://schemas.openxmlformats.org/drawingml/2006/main"/>
        </p:blipFill>
        <p:spPr>
          <a:xfrm xmlns:a="http://schemas.openxmlformats.org/drawingml/2006/main">
            <a:off x="6457950" y="1714298"/>
            <a:ext cx="4953000" cy="714779"/>
          </a:xfrm>
          <a:prstGeom xmlns:a="http://schemas.openxmlformats.org/drawingml/2006/main" prst="rect">
            <a:avLst/>
          </a:prstGeom>
        </p:spPr>
      </p:pic>
      <p:sp>
        <p:nvSpPr>
          <p:cNvPr id="6" name="project-1">
            <a:extLst xmlns:a="http://schemas.openxmlformats.org/drawingml/2006/main">
              <a:ext uri="{FF2B5EF4-FFF2-40B4-BE49-F238E27FC236}">
                <a16:creationId xmlns:a16="http://schemas.microsoft.com/office/drawing/2014/main" id="{E3E8F1AC-F15D-4AB2-9E0D-A3365DFDB863}"/>
              </a:ext>
            </a:extLst>
          </p:cNvPr>
          <p:cNvSpPr>
            <a:spLocks xmlns:a="http://schemas.openxmlformats.org/drawingml/2006/main" noGrp="1"/>
          </p:cNvSpPr>
          <p:nvPr/>
        </p:nvSpPr>
        <p:spPr>
          <a:xfrm xmlns:a="http://schemas.openxmlformats.org/drawingml/2006/main">
            <a:off x="6457950" y="28575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1">
                <a:solidFill>
                  <a:srgbClr val="0B1F3A"/>
                </a:solidFill>
                <a:latin typeface="Inter"/>
                <a:ea typeface="Inter"/>
                <a:cs typeface="Inter"/>
              </a:defRPr>
            </a:pPr>
            <a:r>
              <a:rPr sz="3000" b="1">
                <a:solidFill>
                  <a:srgbClr val="0B1F3A"/>
                </a:solidFill>
                <a:latin typeface="Inter"/>
                <a:ea typeface="Inter"/>
                <a:cs typeface="Inter"/>
              </a:rPr>
              <a:t>HTML syllabus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c737bb8fbdc4cf7"/>
          <a:stretch xmlns:a="http://schemas.openxmlformats.org/drawingml/2006/main"/>
        </p:blipFill>
        <p:spPr>
          <a:xfrm xmlns:a="http://schemas.openxmlformats.org/drawingml/2006/main">
            <a:off x="1602679" y="3333750"/>
            <a:ext cx="3195442" cy="1476375"/>
          </a:xfrm>
          <a:prstGeom xmlns:a="http://schemas.openxmlformats.org/drawingml/2006/main" prst="rect">
            <a:avLst/>
          </a:prstGeom>
        </p:spPr>
      </p:pic>
      <p:sp>
        <p:nvSpPr>
          <p:cNvPr id="8" name="project-2">
            <a:extLst xmlns:a="http://schemas.openxmlformats.org/drawingml/2006/main">
              <a:ext uri="{FF2B5EF4-FFF2-40B4-BE49-F238E27FC236}">
                <a16:creationId xmlns:a16="http://schemas.microsoft.com/office/drawing/2014/main" id="{8760BC6C-A607-4C2C-8782-D3D544F34174}"/>
              </a:ext>
            </a:extLst>
          </p:cNvPr>
          <p:cNvSpPr>
            <a:spLocks xmlns:a="http://schemas.openxmlformats.org/drawingml/2006/main" noGrp="1"/>
          </p:cNvSpPr>
          <p:nvPr/>
        </p:nvSpPr>
        <p:spPr>
          <a:xfrm xmlns:a="http://schemas.openxmlformats.org/drawingml/2006/main">
            <a:off x="723900" y="48577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1">
                <a:solidFill>
                  <a:srgbClr val="0B1F3A"/>
                </a:solidFill>
                <a:latin typeface="Inter"/>
                <a:ea typeface="Inter"/>
                <a:cs typeface="Inter"/>
              </a:defRPr>
            </a:pPr>
            <a:r>
              <a:rPr sz="3000" b="1">
                <a:solidFill>
                  <a:srgbClr val="0B1F3A"/>
                </a:solidFill>
                <a:latin typeface="Inter"/>
                <a:ea typeface="Inter"/>
                <a:cs typeface="Inter"/>
              </a:rPr>
              <a:t>Data reports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eba22422f39444a"/>
          <a:stretch xmlns:a="http://schemas.openxmlformats.org/drawingml/2006/main"/>
        </p:blipFill>
        <p:spPr>
          <a:xfrm xmlns:a="http://schemas.openxmlformats.org/drawingml/2006/main">
            <a:off x="7871460" y="3333750"/>
            <a:ext cx="2125980" cy="1476375"/>
          </a:xfrm>
          <a:prstGeom xmlns:a="http://schemas.openxmlformats.org/drawingml/2006/main" prst="rect">
            <a:avLst/>
          </a:prstGeom>
        </p:spPr>
      </p:pic>
      <p:sp>
        <p:nvSpPr>
          <p:cNvPr id="10" name="project-3">
            <a:extLst xmlns:a="http://schemas.openxmlformats.org/drawingml/2006/main">
              <a:ext uri="{FF2B5EF4-FFF2-40B4-BE49-F238E27FC236}">
                <a16:creationId xmlns:a16="http://schemas.microsoft.com/office/drawing/2014/main" id="{13D57227-2608-4977-B0EE-C74AB274FB05}"/>
              </a:ext>
            </a:extLst>
          </p:cNvPr>
          <p:cNvSpPr>
            <a:spLocks xmlns:a="http://schemas.openxmlformats.org/drawingml/2006/main" noGrp="1"/>
          </p:cNvSpPr>
          <p:nvPr/>
        </p:nvSpPr>
        <p:spPr>
          <a:xfrm xmlns:a="http://schemas.openxmlformats.org/drawingml/2006/main">
            <a:off x="6457950" y="48577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1">
                <a:solidFill>
                  <a:srgbClr val="0B1F3A"/>
                </a:solidFill>
                <a:latin typeface="Inter"/>
                <a:ea typeface="Inter"/>
                <a:cs typeface="Inter"/>
              </a:defRPr>
            </a:pPr>
            <a:r>
              <a:rPr sz="3000" b="1">
                <a:solidFill>
                  <a:srgbClr val="0B1F3A"/>
                </a:solidFill>
                <a:latin typeface="Inter"/>
                <a:ea typeface="Inter"/>
                <a:cs typeface="Inter"/>
              </a:rPr>
              <a:t>Interactive courseware</a:t>
            </a:r>
          </a:p>
        </p:txBody>
      </p:sp>
      <p:sp>
        <p:nvSpPr>
          <p:cNvPr id="11" name="demo-cue">
            <a:extLst xmlns:a="http://schemas.openxmlformats.org/drawingml/2006/main">
              <a:ext uri="{FF2B5EF4-FFF2-40B4-BE49-F238E27FC236}">
                <a16:creationId xmlns:a16="http://schemas.microsoft.com/office/drawing/2014/main" id="{85E96707-D7DB-46C5-B672-31D7C10E3A6D}"/>
              </a:ext>
            </a:extLst>
          </p:cNvPr>
          <p:cNvSpPr>
            <a:spLocks xmlns:a="http://schemas.openxmlformats.org/drawingml/2006/main" noGrp="1"/>
          </p:cNvSpPr>
          <p:nvPr/>
        </p:nvSpPr>
        <p:spPr>
          <a:xfrm xmlns:a="http://schemas.openxmlformats.org/drawingml/2006/main">
            <a:off x="7239000" y="5562600"/>
            <a:ext cx="4229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2400" b="1">
                <a:solidFill>
                  <a:srgbClr val="0B1F3A"/>
                </a:solidFill>
                <a:latin typeface="Inter"/>
                <a:ea typeface="Inter"/>
                <a:cs typeface="Inter"/>
              </a:defRPr>
            </a:pPr>
            <a:r>
              <a:rPr sz="2400" b="1">
                <a:solidFill>
                  <a:srgbClr val="0B1F3A"/>
                </a:solidFill>
                <a:latin typeface="Inter"/>
                <a:ea typeface="Inter"/>
                <a:cs typeface="Inter"/>
              </a:rPr>
              <a:t>Browser tour</a:t>
            </a:r>
          </a:p>
        </p:txBody>
      </p:sp>
    </p:spTree>
    <p:extLst>
      <p:ext uri="{BB962C8B-B14F-4D97-AF65-F5344CB8AC3E}">
        <p14:creationId xmlns:p14="http://schemas.microsoft.com/office/powerpoint/2010/main" val="216202381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Today’s five parts</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71625"/>
            <a:ext cx="10620375" cy="40005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1. The Brain: agents, models, and context</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2. The Infrastructure: files and tools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3. The Task: a useful request</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4. The Workflow: repeatable work</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5. The Examples: four academic projects</a:t>
            </a:r>
          </a:p>
        </p:txBody>
      </p:sp>
    </p:spTree>
    <p:extLst>
      <p:ext uri="{BB962C8B-B14F-4D97-AF65-F5344CB8AC3E}">
        <p14:creationId xmlns:p14="http://schemas.microsoft.com/office/powerpoint/2010/main" val="216202381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E4CF4003-FF64-279A-19A2-BDDFDF78380C}"/>
              </a:ext>
            </a:extLst>
          </p:cNvPr>
          <p:cNvSpPr>
            <a:spLocks xmlns:a="http://schemas.openxmlformats.org/drawingml/2006/main" noGrp="1"/>
          </p:cNvSpPr>
          <p:nvPr>
            <p:ph type="title" idx="0"/>
          </p:nvPr>
        </p:nvSpPr>
        <p:spPr>
          <a:xfrm xmlns:a="http://schemas.openxmlformats.org/drawingml/2006/main">
            <a:off x="800100" y="2333625"/>
            <a:ext cx="5905500" cy="19050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700" b="1">
                <a:solidFill>
                  <a:srgbClr val="0B1F3A"/>
                </a:solidFill>
                <a:latin typeface="Inter"/>
                <a:ea typeface="Inter"/>
                <a:cs typeface="Inter"/>
              </a:defRPr>
            </a:pPr>
            <a:r>
              <a:rPr sz="5700" b="1">
                <a:solidFill>
                  <a:srgbClr val="0B1F3A"/>
                </a:solidFill>
                <a:latin typeface="Inter"/>
                <a:ea typeface="Inter"/>
                <a:cs typeface="Inter"/>
              </a:rPr>
              <a:t>1. The Brain</a:t>
            </a:r>
          </a:p>
        </p:txBody>
      </p:sp>
      <p:sp>
        <p:nvSpPr>
          <p:cNvPr id="2" name="Text Placeholder 2">
            <a:extLst xmlns:a="http://schemas.openxmlformats.org/drawingml/2006/main">
              <a:ext uri="{FF2B5EF4-FFF2-40B4-BE49-F238E27FC236}">
                <a16:creationId xmlns:a16="http://schemas.microsoft.com/office/drawing/2014/main" id="{72D94DCC-0C1E-FC69-9408-A1E658BED9EF}"/>
              </a:ext>
            </a:extLst>
          </p:cNvPr>
          <p:cNvSpPr>
            <a:spLocks xmlns:a="http://schemas.openxmlformats.org/drawingml/2006/main" noGrp="1"/>
          </p:cNvSpPr>
          <p:nvPr>
            <p:ph type="body" idx="10"/>
          </p:nvPr>
        </p:nvSpPr>
        <p:spPr>
          <a:xfrm xmlns:a="http://schemas.openxmlformats.org/drawingml/2006/main">
            <a:off x="809625" y="4191000"/>
            <a:ext cx="5905500" cy="142875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Agents, models, tokens, and context</a:t>
            </a:r>
          </a:p>
        </p:txBody>
      </p:sp>
    </p:spTree>
    <p:extLst>
      <p:ext uri="{BB962C8B-B14F-4D97-AF65-F5344CB8AC3E}">
        <p14:creationId xmlns:p14="http://schemas.microsoft.com/office/powerpoint/2010/main" val="33599374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What is an AI agent?</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333500"/>
            <a:ext cx="10620375" cy="176212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An agent uses a model, context, instructions, and tools to work toward a goal.</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It inspects, plans, acts, checks, and revises.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045c50243394dde"/>
          <a:stretch xmlns:a="http://schemas.openxmlformats.org/drawingml/2006/main"/>
        </p:blipFill>
        <p:spPr>
          <a:xfrm xmlns:a="http://schemas.openxmlformats.org/drawingml/2006/main">
            <a:off x="2019457" y="3267075"/>
            <a:ext cx="8153086" cy="2381250"/>
          </a:xfrm>
          <a:prstGeom xmlns:a="http://schemas.openxmlformats.org/drawingml/2006/main" prst="rect">
            <a:avLst/>
          </a:prstGeom>
        </p:spPr>
      </p:pic>
    </p:spTree>
    <p:extLst>
      <p:ext uri="{BB962C8B-B14F-4D97-AF65-F5344CB8AC3E}">
        <p14:creationId xmlns:p14="http://schemas.microsoft.com/office/powerpoint/2010/main" val="216202381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Chat and agent</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71625"/>
            <a:ext cx="10620375" cy="40005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Chat is the conversation interface.</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An agent can use tools and take several steps toward a goal.</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You review the resulting work.</a:t>
            </a:r>
          </a:p>
        </p:txBody>
      </p:sp>
    </p:spTree>
    <p:extLst>
      <p:ext uri="{BB962C8B-B14F-4D97-AF65-F5344CB8AC3E}">
        <p14:creationId xmlns:p14="http://schemas.microsoft.com/office/powerpoint/2010/main" val="216202381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Capabilities and limits</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71625"/>
            <a:ext cx="10620375" cy="40005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Can: inspect files, edit, run tools, and check results.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Needs: clear goals, relevant sources, and boundaries.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Still needs your judgment and review.</a:t>
            </a:r>
          </a:p>
        </p:txBody>
      </p:sp>
    </p:spTree>
    <p:extLst>
      <p:ext uri="{BB962C8B-B14F-4D97-AF65-F5344CB8AC3E}">
        <p14:creationId xmlns:p14="http://schemas.microsoft.com/office/powerpoint/2010/main" val="216202381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Models</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52575"/>
            <a:ext cx="6048375" cy="417195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The model generates responses and proposed actions.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Models differ in capabilities, speed, context, and cost.</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Data location depends on how you run the model.</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9723b96166d465a"/>
          <a:stretch xmlns:a="http://schemas.openxmlformats.org/drawingml/2006/main"/>
        </p:blipFill>
        <p:spPr>
          <a:xfrm xmlns:a="http://schemas.openxmlformats.org/drawingml/2006/main">
            <a:off x="7191375" y="2358021"/>
            <a:ext cx="4333875" cy="2427708"/>
          </a:xfrm>
          <a:prstGeom xmlns:a="http://schemas.openxmlformats.org/drawingml/2006/main" prst="rect">
            <a:avLst/>
          </a:prstGeom>
        </p:spPr>
      </p:pic>
    </p:spTree>
    <p:extLst>
      <p:ext uri="{BB962C8B-B14F-4D97-AF65-F5344CB8AC3E}">
        <p14:creationId xmlns:p14="http://schemas.microsoft.com/office/powerpoint/2010/main" val="216202381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Tokens and context limits</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333500"/>
            <a:ext cx="10620375" cy="176212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Tokens are the units a model processes.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The context window has limited capacity.</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Prompts, files, conversation, and output use that capacity.</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d9594a448c24ff8"/>
          <a:stretch xmlns:a="http://schemas.openxmlformats.org/drawingml/2006/main"/>
        </p:blipFill>
        <p:spPr>
          <a:xfrm xmlns:a="http://schemas.openxmlformats.org/drawingml/2006/main">
            <a:off x="2357887" y="3267075"/>
            <a:ext cx="7476226" cy="2381250"/>
          </a:xfrm>
          <a:prstGeom xmlns:a="http://schemas.openxmlformats.org/drawingml/2006/main" prst="rect">
            <a:avLst/>
          </a:prstGeom>
        </p:spPr>
      </p:pic>
    </p:spTree>
    <p:extLst>
      <p:ext uri="{BB962C8B-B14F-4D97-AF65-F5344CB8AC3E}">
        <p14:creationId xmlns:p14="http://schemas.microsoft.com/office/powerpoint/2010/main" val="216202381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Context for the task</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71625"/>
            <a:ext cx="10620375" cy="40005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Prompt + conversation + selected files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Instructions + tool results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Give the agent the relevant evidence.</a:t>
            </a:r>
          </a:p>
        </p:txBody>
      </p:sp>
    </p:spTree>
    <p:extLst>
      <p:ext uri="{BB962C8B-B14F-4D97-AF65-F5344CB8AC3E}">
        <p14:creationId xmlns:p14="http://schemas.microsoft.com/office/powerpoint/2010/main" val="216202381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E4CF4003-FF64-279A-19A2-BDDFDF78380C}"/>
              </a:ext>
            </a:extLst>
          </p:cNvPr>
          <p:cNvSpPr>
            <a:spLocks xmlns:a="http://schemas.openxmlformats.org/drawingml/2006/main" noGrp="1"/>
          </p:cNvSpPr>
          <p:nvPr>
            <p:ph type="title" idx="0"/>
          </p:nvPr>
        </p:nvSpPr>
        <p:spPr>
          <a:xfrm xmlns:a="http://schemas.openxmlformats.org/drawingml/2006/main">
            <a:off x="800100" y="2000250"/>
            <a:ext cx="5905500" cy="19050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700" b="1">
                <a:solidFill>
                  <a:srgbClr val="0B1F3A"/>
                </a:solidFill>
                <a:latin typeface="Inter"/>
                <a:ea typeface="Inter"/>
                <a:cs typeface="Inter"/>
              </a:defRPr>
            </a:pPr>
            <a:r>
              <a:rPr sz="5700" b="1">
                <a:solidFill>
                  <a:srgbClr val="0B1F3A"/>
                </a:solidFill>
                <a:latin typeface="Inter"/>
                <a:ea typeface="Inter"/>
                <a:cs typeface="Inter"/>
              </a:rPr>
              <a:t>2. The</a:t>
            </a:r>
            <a:br>
              <a:rPr sz="5700" b="1">
                <a:solidFill>
                  <a:srgbClr val="0B1F3A"/>
                </a:solidFill>
                <a:latin typeface="Inter"/>
                <a:ea typeface="Inter"/>
                <a:cs typeface="Inter"/>
              </a:rPr>
            </a:br>
            <a:r>
              <a:rPr sz="5700" b="1">
                <a:solidFill>
                  <a:srgbClr val="0B1F3A"/>
                </a:solidFill>
                <a:latin typeface="Inter"/>
                <a:ea typeface="Inter"/>
                <a:cs typeface="Inter"/>
              </a:rPr>
              <a:t>Infrastructure</a:t>
            </a:r>
          </a:p>
        </p:txBody>
      </p:sp>
      <p:sp>
        <p:nvSpPr>
          <p:cNvPr id="2" name="Text Placeholder 2">
            <a:extLst xmlns:a="http://schemas.openxmlformats.org/drawingml/2006/main">
              <a:ext uri="{FF2B5EF4-FFF2-40B4-BE49-F238E27FC236}">
                <a16:creationId xmlns:a16="http://schemas.microsoft.com/office/drawing/2014/main" id="{72D94DCC-0C1E-FC69-9408-A1E658BED9EF}"/>
              </a:ext>
            </a:extLst>
          </p:cNvPr>
          <p:cNvSpPr>
            <a:spLocks xmlns:a="http://schemas.openxmlformats.org/drawingml/2006/main" noGrp="1"/>
          </p:cNvSpPr>
          <p:nvPr>
            <p:ph type="body" idx="10"/>
          </p:nvPr>
        </p:nvSpPr>
        <p:spPr>
          <a:xfrm xmlns:a="http://schemas.openxmlformats.org/drawingml/2006/main">
            <a:off x="809625" y="4191000"/>
            <a:ext cx="5905500" cy="142875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Files, folders, VS Code, and Copilot</a:t>
            </a:r>
          </a:p>
        </p:txBody>
      </p:sp>
    </p:spTree>
    <p:extLst>
      <p:ext uri="{BB962C8B-B14F-4D97-AF65-F5344CB8AC3E}">
        <p14:creationId xmlns:p14="http://schemas.microsoft.com/office/powerpoint/2010/main" val="335993741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Text editor and VS Code</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352550"/>
            <a:ext cx="10620375" cy="123825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A text editor works directly with text files.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VS Code combines files, an editor, tools, and AI extensions.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a1c2f024920448c"/>
          <a:stretch xmlns:a="http://schemas.openxmlformats.org/drawingml/2006/main"/>
        </p:blipFill>
        <p:spPr>
          <a:xfrm xmlns:a="http://schemas.openxmlformats.org/drawingml/2006/main">
            <a:off x="3941023" y="2781300"/>
            <a:ext cx="4309955" cy="2857500"/>
          </a:xfrm>
          <a:prstGeom xmlns:a="http://schemas.openxmlformats.org/drawingml/2006/main" prst="rect">
            <a:avLst/>
          </a:prstGeom>
        </p:spPr>
      </p:pic>
    </p:spTree>
    <p:extLst>
      <p:ext uri="{BB962C8B-B14F-4D97-AF65-F5344CB8AC3E}">
        <p14:creationId xmlns:p14="http://schemas.microsoft.com/office/powerpoint/2010/main" val="216202381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Files and folders</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52575"/>
            <a:ext cx="6048375" cy="417195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Local or synced folders hold working files.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I use Google Drive for working materials.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Plain text is easy to inspect; Word, PDF, and Excel may need extra tools.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b1263de271d4e48"/>
          <a:stretch xmlns:a="http://schemas.openxmlformats.org/drawingml/2006/main"/>
        </p:blipFill>
        <p:spPr>
          <a:xfrm xmlns:a="http://schemas.openxmlformats.org/drawingml/2006/main">
            <a:off x="7191375" y="2821781"/>
            <a:ext cx="4333875" cy="1500188"/>
          </a:xfrm>
          <a:prstGeom xmlns:a="http://schemas.openxmlformats.org/drawingml/2006/main" prst="rect">
            <a:avLst/>
          </a:prstGeom>
        </p:spPr>
      </p:pic>
    </p:spTree>
    <p:extLst>
      <p:ext uri="{BB962C8B-B14F-4D97-AF65-F5344CB8AC3E}">
        <p14:creationId xmlns:p14="http://schemas.microsoft.com/office/powerpoint/2010/main" val="216202381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Repository, Git, GitHub</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428750"/>
            <a:ext cx="9525" cy="9525"/>
          </a:xfrm>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0B1F3A"/>
                </a:solidFill>
                <a:latin typeface="Inter"/>
                <a:ea typeface="Inter"/>
                <a:cs typeface="Inter"/>
              </a:defRPr>
            </a:pPr>
            <a:r>
              <a:t/>
            </a:r>
          </a:p>
        </p:txBody>
      </p:sp>
      <p:sp>
        <p:nvSpPr>
          <p:cNvPr id="3" name="column-0">
            <a:extLst xmlns:a="http://schemas.openxmlformats.org/drawingml/2006/main">
              <a:ext uri="{FF2B5EF4-FFF2-40B4-BE49-F238E27FC236}">
                <a16:creationId xmlns:a16="http://schemas.microsoft.com/office/drawing/2014/main" id="{4B4A7078-4D9F-4A20-8C4E-EDB6AAD6A682}"/>
              </a:ext>
            </a:extLst>
          </p:cNvPr>
          <p:cNvSpPr>
            <a:spLocks xmlns:a="http://schemas.openxmlformats.org/drawingml/2006/main" noGrp="1"/>
          </p:cNvSpPr>
          <p:nvPr/>
        </p:nvSpPr>
        <p:spPr>
          <a:xfrm xmlns:a="http://schemas.openxmlformats.org/drawingml/2006/main">
            <a:off x="723900" y="1762125"/>
            <a:ext cx="338137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1">
                <a:solidFill>
                  <a:srgbClr val="0B1F3A"/>
                </a:solidFill>
                <a:latin typeface="Inter"/>
                <a:ea typeface="Inter"/>
                <a:cs typeface="Inter"/>
              </a:rPr>
              <a:t>Repository</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A project with tracked history</a:t>
            </a:r>
          </a:p>
        </p:txBody>
      </p:sp>
      <p:sp>
        <p:nvSpPr>
          <p:cNvPr id="4" name="column-1">
            <a:extLst xmlns:a="http://schemas.openxmlformats.org/drawingml/2006/main">
              <a:ext uri="{FF2B5EF4-FFF2-40B4-BE49-F238E27FC236}">
                <a16:creationId xmlns:a16="http://schemas.microsoft.com/office/drawing/2014/main" id="{E4AFA7D1-EB91-4E89-9AC6-0E00FB248DCF}"/>
              </a:ext>
            </a:extLst>
          </p:cNvPr>
          <p:cNvSpPr>
            <a:spLocks xmlns:a="http://schemas.openxmlformats.org/drawingml/2006/main" noGrp="1"/>
          </p:cNvSpPr>
          <p:nvPr/>
        </p:nvSpPr>
        <p:spPr>
          <a:xfrm xmlns:a="http://schemas.openxmlformats.org/drawingml/2006/main">
            <a:off x="4581525" y="1762125"/>
            <a:ext cx="338137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1">
                <a:solidFill>
                  <a:srgbClr val="0B1F3A"/>
                </a:solidFill>
                <a:latin typeface="Inter"/>
                <a:ea typeface="Inter"/>
                <a:cs typeface="Inter"/>
              </a:rPr>
              <a:t>Git</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Records and compares changes</a:t>
            </a:r>
          </a:p>
        </p:txBody>
      </p:sp>
      <p:sp>
        <p:nvSpPr>
          <p:cNvPr id="5" name="column-2">
            <a:extLst xmlns:a="http://schemas.openxmlformats.org/drawingml/2006/main">
              <a:ext uri="{FF2B5EF4-FFF2-40B4-BE49-F238E27FC236}">
                <a16:creationId xmlns:a16="http://schemas.microsoft.com/office/drawing/2014/main" id="{2AC55C9B-0C28-424B-9E5F-04AA7C43B67F}"/>
              </a:ext>
            </a:extLst>
          </p:cNvPr>
          <p:cNvSpPr>
            <a:spLocks xmlns:a="http://schemas.openxmlformats.org/drawingml/2006/main" noGrp="1"/>
          </p:cNvSpPr>
          <p:nvPr/>
        </p:nvSpPr>
        <p:spPr>
          <a:xfrm xmlns:a="http://schemas.openxmlformats.org/drawingml/2006/main">
            <a:off x="8439150" y="1762125"/>
            <a:ext cx="338137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1">
                <a:solidFill>
                  <a:srgbClr val="0B1F3A"/>
                </a:solidFill>
                <a:latin typeface="Inter"/>
                <a:ea typeface="Inter"/>
                <a:cs typeface="Inter"/>
              </a:rPr>
              <a:t>GitHub</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Hosts repositories online</a:t>
            </a:r>
          </a:p>
        </p:txBody>
      </p:sp>
    </p:spTree>
    <p:extLst>
      <p:ext uri="{BB962C8B-B14F-4D97-AF65-F5344CB8AC3E}">
        <p14:creationId xmlns:p14="http://schemas.microsoft.com/office/powerpoint/2010/main" val="216202381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Clone, commit, push</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52575"/>
            <a:ext cx="6048375" cy="417195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Clone: get a local repository copy.</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Commit: record a local checkpoint.</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Push: send commits to the remote.</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18693c868374b02"/>
          <a:stretch xmlns:a="http://schemas.openxmlformats.org/drawingml/2006/main"/>
        </p:blipFill>
        <p:spPr>
          <a:xfrm xmlns:a="http://schemas.openxmlformats.org/drawingml/2006/main">
            <a:off x="7191375" y="2881034"/>
            <a:ext cx="4333875" cy="1381682"/>
          </a:xfrm>
          <a:prstGeom xmlns:a="http://schemas.openxmlformats.org/drawingml/2006/main" prst="rect">
            <a:avLst/>
          </a:prstGeom>
        </p:spPr>
      </p:pic>
    </p:spTree>
    <p:extLst>
      <p:ext uri="{BB962C8B-B14F-4D97-AF65-F5344CB8AC3E}">
        <p14:creationId xmlns:p14="http://schemas.microsoft.com/office/powerpoint/2010/main" val="216202381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GitHub Copilot</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52575"/>
            <a:ext cx="6048375" cy="417195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Copilot brings AI assistance into VS Code.</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It combines chat, model choices, and tools.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Extensions add other capabilities.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1d9ef5b3028433f"/>
          <a:stretch xmlns:a="http://schemas.openxmlformats.org/drawingml/2006/main"/>
        </p:blipFill>
        <p:spPr>
          <a:xfrm xmlns:a="http://schemas.openxmlformats.org/drawingml/2006/main">
            <a:off x="7191375" y="2520910"/>
            <a:ext cx="4333875" cy="2101929"/>
          </a:xfrm>
          <a:prstGeom xmlns:a="http://schemas.openxmlformats.org/drawingml/2006/main" prst="rect">
            <a:avLst/>
          </a:prstGeom>
        </p:spPr>
      </p:pic>
    </p:spTree>
    <p:extLst>
      <p:ext uri="{BB962C8B-B14F-4D97-AF65-F5344CB8AC3E}">
        <p14:creationId xmlns:p14="http://schemas.microsoft.com/office/powerpoint/2010/main" val="216202381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Ask, Plan, Agent</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428750"/>
            <a:ext cx="9525" cy="9525"/>
          </a:xfrm>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0B1F3A"/>
                </a:solidFill>
                <a:latin typeface="Inter"/>
                <a:ea typeface="Inter"/>
                <a:cs typeface="Inter"/>
              </a:defRPr>
            </a:pPr>
            <a:r>
              <a:t/>
            </a:r>
          </a:p>
        </p:txBody>
      </p:sp>
      <p:sp>
        <p:nvSpPr>
          <p:cNvPr id="3" name="column-0">
            <a:extLst xmlns:a="http://schemas.openxmlformats.org/drawingml/2006/main">
              <a:ext uri="{FF2B5EF4-FFF2-40B4-BE49-F238E27FC236}">
                <a16:creationId xmlns:a16="http://schemas.microsoft.com/office/drawing/2014/main" id="{6CFF92F1-B06B-40B7-A140-4B20D8EA61F6}"/>
              </a:ext>
            </a:extLst>
          </p:cNvPr>
          <p:cNvSpPr>
            <a:spLocks xmlns:a="http://schemas.openxmlformats.org/drawingml/2006/main" noGrp="1"/>
          </p:cNvSpPr>
          <p:nvPr/>
        </p:nvSpPr>
        <p:spPr>
          <a:xfrm xmlns:a="http://schemas.openxmlformats.org/drawingml/2006/main">
            <a:off x="723900" y="1762125"/>
            <a:ext cx="338137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1">
                <a:solidFill>
                  <a:srgbClr val="0B1F3A"/>
                </a:solidFill>
                <a:latin typeface="Inter"/>
                <a:ea typeface="Inter"/>
                <a:cs typeface="Inter"/>
              </a:rPr>
              <a:t>Ask</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Understand and explain</a:t>
            </a:r>
          </a:p>
        </p:txBody>
      </p:sp>
      <p:sp>
        <p:nvSpPr>
          <p:cNvPr id="4" name="column-1">
            <a:extLst xmlns:a="http://schemas.openxmlformats.org/drawingml/2006/main">
              <a:ext uri="{FF2B5EF4-FFF2-40B4-BE49-F238E27FC236}">
                <a16:creationId xmlns:a16="http://schemas.microsoft.com/office/drawing/2014/main" id="{0886E041-40AB-4806-B6C9-0BBE93AAF216}"/>
              </a:ext>
            </a:extLst>
          </p:cNvPr>
          <p:cNvSpPr>
            <a:spLocks xmlns:a="http://schemas.openxmlformats.org/drawingml/2006/main" noGrp="1"/>
          </p:cNvSpPr>
          <p:nvPr/>
        </p:nvSpPr>
        <p:spPr>
          <a:xfrm xmlns:a="http://schemas.openxmlformats.org/drawingml/2006/main">
            <a:off x="4581525" y="1762125"/>
            <a:ext cx="338137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1">
                <a:solidFill>
                  <a:srgbClr val="0B1F3A"/>
                </a:solidFill>
                <a:latin typeface="Inter"/>
                <a:ea typeface="Inter"/>
                <a:cs typeface="Inter"/>
              </a:rPr>
              <a:t>Plan</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Inspect and propose steps</a:t>
            </a:r>
          </a:p>
        </p:txBody>
      </p:sp>
      <p:sp>
        <p:nvSpPr>
          <p:cNvPr id="5" name="column-2">
            <a:extLst xmlns:a="http://schemas.openxmlformats.org/drawingml/2006/main">
              <a:ext uri="{FF2B5EF4-FFF2-40B4-BE49-F238E27FC236}">
                <a16:creationId xmlns:a16="http://schemas.microsoft.com/office/drawing/2014/main" id="{50211565-C8D2-4867-A908-35E477B25C2F}"/>
              </a:ext>
            </a:extLst>
          </p:cNvPr>
          <p:cNvSpPr>
            <a:spLocks xmlns:a="http://schemas.openxmlformats.org/drawingml/2006/main" noGrp="1"/>
          </p:cNvSpPr>
          <p:nvPr/>
        </p:nvSpPr>
        <p:spPr>
          <a:xfrm xmlns:a="http://schemas.openxmlformats.org/drawingml/2006/main">
            <a:off x="8439150" y="1762125"/>
            <a:ext cx="338137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1">
                <a:solidFill>
                  <a:srgbClr val="0B1F3A"/>
                </a:solidFill>
                <a:latin typeface="Inter"/>
                <a:ea typeface="Inter"/>
                <a:cs typeface="Inter"/>
              </a:rPr>
              <a:t>Agent</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Carry out approved work</a:t>
            </a:r>
          </a:p>
        </p:txBody>
      </p:sp>
      <p:sp>
        <p:nvSpPr>
          <p:cNvPr id="6" name="demo-cue">
            <a:extLst xmlns:a="http://schemas.openxmlformats.org/drawingml/2006/main">
              <a:ext uri="{FF2B5EF4-FFF2-40B4-BE49-F238E27FC236}">
                <a16:creationId xmlns:a16="http://schemas.microsoft.com/office/drawing/2014/main" id="{EB181E5A-159F-46AE-9518-1235FF0005F1}"/>
              </a:ext>
            </a:extLst>
          </p:cNvPr>
          <p:cNvSpPr>
            <a:spLocks xmlns:a="http://schemas.openxmlformats.org/drawingml/2006/main" noGrp="1"/>
          </p:cNvSpPr>
          <p:nvPr/>
        </p:nvSpPr>
        <p:spPr>
          <a:xfrm xmlns:a="http://schemas.openxmlformats.org/drawingml/2006/main">
            <a:off x="7239000" y="5562600"/>
            <a:ext cx="4229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2400" b="1">
                <a:solidFill>
                  <a:srgbClr val="0B1F3A"/>
                </a:solidFill>
                <a:latin typeface="Inter"/>
                <a:ea typeface="Inter"/>
                <a:cs typeface="Inter"/>
              </a:defRPr>
            </a:pPr>
            <a:r>
              <a:rPr sz="2400" b="1">
                <a:solidFill>
                  <a:srgbClr val="0B1F3A"/>
                </a:solidFill>
                <a:latin typeface="Inter"/>
                <a:ea typeface="Inter"/>
                <a:cs typeface="Inter"/>
              </a:rPr>
              <a:t>VS Code tour</a:t>
            </a:r>
          </a:p>
        </p:txBody>
      </p:sp>
    </p:spTree>
    <p:extLst>
      <p:ext uri="{BB962C8B-B14F-4D97-AF65-F5344CB8AC3E}">
        <p14:creationId xmlns:p14="http://schemas.microsoft.com/office/powerpoint/2010/main" val="216202381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Setup checklist</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428750"/>
            <a:ext cx="7524750" cy="423862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1. Create a GitHub account</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2. Check GitHub Education eligibility</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3. Install VS Code</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4. Sign in to GitHub</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5. Open a folder or clone the example</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6. Enable Copilot and try a question</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8c8ca38e81d4f10"/>
          <a:stretch xmlns:a="http://schemas.openxmlformats.org/drawingml/2006/main"/>
        </p:blipFill>
        <p:spPr>
          <a:xfrm xmlns:a="http://schemas.openxmlformats.org/drawingml/2006/main">
            <a:off x="8572500" y="2715013"/>
            <a:ext cx="2857500" cy="1666099"/>
          </a:xfrm>
          <a:prstGeom xmlns:a="http://schemas.openxmlformats.org/drawingml/2006/main" prst="rect">
            <a:avLst/>
          </a:prstGeom>
        </p:spPr>
      </p:pic>
    </p:spTree>
    <p:extLst>
      <p:ext uri="{BB962C8B-B14F-4D97-AF65-F5344CB8AC3E}">
        <p14:creationId xmlns:p14="http://schemas.microsoft.com/office/powerpoint/2010/main" val="216202381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E4CF4003-FF64-279A-19A2-BDDFDF78380C}"/>
              </a:ext>
            </a:extLst>
          </p:cNvPr>
          <p:cNvSpPr>
            <a:spLocks xmlns:a="http://schemas.openxmlformats.org/drawingml/2006/main" noGrp="1"/>
          </p:cNvSpPr>
          <p:nvPr>
            <p:ph type="title" idx="0"/>
          </p:nvPr>
        </p:nvSpPr>
        <p:spPr>
          <a:xfrm xmlns:a="http://schemas.openxmlformats.org/drawingml/2006/main">
            <a:off x="800100" y="2333625"/>
            <a:ext cx="5905500" cy="19050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700" b="1">
                <a:solidFill>
                  <a:srgbClr val="0B1F3A"/>
                </a:solidFill>
                <a:latin typeface="Inter"/>
                <a:ea typeface="Inter"/>
                <a:cs typeface="Inter"/>
              </a:defRPr>
            </a:pPr>
            <a:r>
              <a:rPr sz="5700" b="1">
                <a:solidFill>
                  <a:srgbClr val="0B1F3A"/>
                </a:solidFill>
                <a:latin typeface="Inter"/>
                <a:ea typeface="Inter"/>
                <a:cs typeface="Inter"/>
              </a:rPr>
              <a:t>3. The Task</a:t>
            </a:r>
          </a:p>
        </p:txBody>
      </p:sp>
      <p:sp>
        <p:nvSpPr>
          <p:cNvPr id="2" name="Text Placeholder 2">
            <a:extLst xmlns:a="http://schemas.openxmlformats.org/drawingml/2006/main">
              <a:ext uri="{FF2B5EF4-FFF2-40B4-BE49-F238E27FC236}">
                <a16:creationId xmlns:a16="http://schemas.microsoft.com/office/drawing/2014/main" id="{72D94DCC-0C1E-FC69-9408-A1E658BED9EF}"/>
              </a:ext>
            </a:extLst>
          </p:cNvPr>
          <p:cNvSpPr>
            <a:spLocks xmlns:a="http://schemas.openxmlformats.org/drawingml/2006/main" noGrp="1"/>
          </p:cNvSpPr>
          <p:nvPr>
            <p:ph type="body" idx="10"/>
          </p:nvPr>
        </p:nvSpPr>
        <p:spPr>
          <a:xfrm xmlns:a="http://schemas.openxmlformats.org/drawingml/2006/main">
            <a:off x="809625" y="4191000"/>
            <a:ext cx="5905500" cy="142875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A clear goal, relevant sources, and boundaries</a:t>
            </a:r>
          </a:p>
        </p:txBody>
      </p:sp>
    </p:spTree>
    <p:extLst>
      <p:ext uri="{BB962C8B-B14F-4D97-AF65-F5344CB8AC3E}">
        <p14:creationId xmlns:p14="http://schemas.microsoft.com/office/powerpoint/2010/main" val="335993741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Goal + Context + Constraints</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428750"/>
            <a:ext cx="9525" cy="9525"/>
          </a:xfrm>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0B1F3A"/>
                </a:solidFill>
                <a:latin typeface="Inter"/>
                <a:ea typeface="Inter"/>
                <a:cs typeface="Inter"/>
              </a:defRPr>
            </a:pPr>
            <a:r>
              <a:t/>
            </a:r>
          </a:p>
        </p:txBody>
      </p:sp>
      <p:sp>
        <p:nvSpPr>
          <p:cNvPr id="3" name="column-0">
            <a:extLst xmlns:a="http://schemas.openxmlformats.org/drawingml/2006/main">
              <a:ext uri="{FF2B5EF4-FFF2-40B4-BE49-F238E27FC236}">
                <a16:creationId xmlns:a16="http://schemas.microsoft.com/office/drawing/2014/main" id="{74E962BC-A97B-4E87-8E92-FA4E69AB2F3E}"/>
              </a:ext>
            </a:extLst>
          </p:cNvPr>
          <p:cNvSpPr>
            <a:spLocks xmlns:a="http://schemas.openxmlformats.org/drawingml/2006/main" noGrp="1"/>
          </p:cNvSpPr>
          <p:nvPr/>
        </p:nvSpPr>
        <p:spPr>
          <a:xfrm xmlns:a="http://schemas.openxmlformats.org/drawingml/2006/main">
            <a:off x="723900" y="1762125"/>
            <a:ext cx="338137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1">
                <a:solidFill>
                  <a:srgbClr val="0B1F3A"/>
                </a:solidFill>
                <a:latin typeface="Inter"/>
                <a:ea typeface="Inter"/>
                <a:cs typeface="Inter"/>
              </a:rPr>
              <a:t>Goal</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Update a syllabus for Spring 2027</a:t>
            </a:r>
          </a:p>
        </p:txBody>
      </p:sp>
      <p:sp>
        <p:nvSpPr>
          <p:cNvPr id="4" name="column-1">
            <a:extLst xmlns:a="http://schemas.openxmlformats.org/drawingml/2006/main">
              <a:ext uri="{FF2B5EF4-FFF2-40B4-BE49-F238E27FC236}">
                <a16:creationId xmlns:a16="http://schemas.microsoft.com/office/drawing/2014/main" id="{6275AB02-464F-45A9-88E7-59EB8D13F0F4}"/>
              </a:ext>
            </a:extLst>
          </p:cNvPr>
          <p:cNvSpPr>
            <a:spLocks xmlns:a="http://schemas.openxmlformats.org/drawingml/2006/main" noGrp="1"/>
          </p:cNvSpPr>
          <p:nvPr/>
        </p:nvSpPr>
        <p:spPr>
          <a:xfrm xmlns:a="http://schemas.openxmlformats.org/drawingml/2006/main">
            <a:off x="4581525" y="1762125"/>
            <a:ext cx="338137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1">
                <a:solidFill>
                  <a:srgbClr val="0B1F3A"/>
                </a:solidFill>
                <a:latin typeface="Inter"/>
                <a:ea typeface="Inter"/>
                <a:cs typeface="Inter"/>
              </a:rPr>
              <a:t>Context</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The syllabus and approved calendar</a:t>
            </a:r>
          </a:p>
        </p:txBody>
      </p:sp>
      <p:sp>
        <p:nvSpPr>
          <p:cNvPr id="5" name="column-2">
            <a:extLst xmlns:a="http://schemas.openxmlformats.org/drawingml/2006/main">
              <a:ext uri="{FF2B5EF4-FFF2-40B4-BE49-F238E27FC236}">
                <a16:creationId xmlns:a16="http://schemas.microsoft.com/office/drawing/2014/main" id="{34D2082C-86FF-4099-BEF4-49B082EC807A}"/>
              </a:ext>
            </a:extLst>
          </p:cNvPr>
          <p:cNvSpPr>
            <a:spLocks xmlns:a="http://schemas.openxmlformats.org/drawingml/2006/main" noGrp="1"/>
          </p:cNvSpPr>
          <p:nvPr/>
        </p:nvSpPr>
        <p:spPr>
          <a:xfrm xmlns:a="http://schemas.openxmlformats.org/drawingml/2006/main">
            <a:off x="8439150" y="1762125"/>
            <a:ext cx="338137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1">
                <a:solidFill>
                  <a:srgbClr val="0B1F3A"/>
                </a:solidFill>
                <a:latin typeface="Inter"/>
                <a:ea typeface="Inter"/>
                <a:cs typeface="Inter"/>
              </a:rPr>
              <a:t>Constraints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Keep weights; flag uncertain dates</a:t>
            </a:r>
          </a:p>
        </p:txBody>
      </p:sp>
    </p:spTree>
    <p:extLst>
      <p:ext uri="{BB962C8B-B14F-4D97-AF65-F5344CB8AC3E}">
        <p14:creationId xmlns:p14="http://schemas.microsoft.com/office/powerpoint/2010/main" val="216202381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A useful prompting checklist</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71625"/>
            <a:ext cx="10620375" cy="40005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Name the outcome and source files.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Identify the authoritative version.</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State boundaries and when to ask.</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Inspect before editing; verify afterward.</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Report changes and unresolved questions.</a:t>
            </a:r>
          </a:p>
        </p:txBody>
      </p:sp>
    </p:spTree>
    <p:extLst>
      <p:ext uri="{BB962C8B-B14F-4D97-AF65-F5344CB8AC3E}">
        <p14:creationId xmlns:p14="http://schemas.microsoft.com/office/powerpoint/2010/main" val="216202381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Project context</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71625"/>
            <a:ext cx="10620375" cy="40005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Keep course rules and source files together.</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Name the authoritative version.</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Reuse stable instructions across tasks.</a:t>
            </a:r>
          </a:p>
        </p:txBody>
      </p:sp>
    </p:spTree>
    <p:extLst>
      <p:ext uri="{BB962C8B-B14F-4D97-AF65-F5344CB8AC3E}">
        <p14:creationId xmlns:p14="http://schemas.microsoft.com/office/powerpoint/2010/main" val="216202381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E4CF4003-FF64-279A-19A2-BDDFDF78380C}"/>
              </a:ext>
            </a:extLst>
          </p:cNvPr>
          <p:cNvSpPr>
            <a:spLocks xmlns:a="http://schemas.openxmlformats.org/drawingml/2006/main" noGrp="1"/>
          </p:cNvSpPr>
          <p:nvPr>
            <p:ph type="title" idx="0"/>
          </p:nvPr>
        </p:nvSpPr>
        <p:spPr>
          <a:xfrm xmlns:a="http://schemas.openxmlformats.org/drawingml/2006/main">
            <a:off x="800100" y="2333625"/>
            <a:ext cx="5905500" cy="19050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700" b="1">
                <a:solidFill>
                  <a:srgbClr val="0B1F3A"/>
                </a:solidFill>
                <a:latin typeface="Inter"/>
                <a:ea typeface="Inter"/>
                <a:cs typeface="Inter"/>
              </a:defRPr>
            </a:pPr>
            <a:r>
              <a:rPr sz="5700" b="1">
                <a:solidFill>
                  <a:srgbClr val="0B1F3A"/>
                </a:solidFill>
                <a:latin typeface="Inter"/>
                <a:ea typeface="Inter"/>
                <a:cs typeface="Inter"/>
              </a:rPr>
              <a:t>4. The Workflow</a:t>
            </a:r>
          </a:p>
        </p:txBody>
      </p:sp>
      <p:sp>
        <p:nvSpPr>
          <p:cNvPr id="2" name="Text Placeholder 2">
            <a:extLst xmlns:a="http://schemas.openxmlformats.org/drawingml/2006/main">
              <a:ext uri="{FF2B5EF4-FFF2-40B4-BE49-F238E27FC236}">
                <a16:creationId xmlns:a16="http://schemas.microsoft.com/office/drawing/2014/main" id="{72D94DCC-0C1E-FC69-9408-A1E658BED9EF}"/>
              </a:ext>
            </a:extLst>
          </p:cNvPr>
          <p:cNvSpPr>
            <a:spLocks xmlns:a="http://schemas.openxmlformats.org/drawingml/2006/main" noGrp="1"/>
          </p:cNvSpPr>
          <p:nvPr>
            <p:ph type="body" idx="10"/>
          </p:nvPr>
        </p:nvSpPr>
        <p:spPr>
          <a:xfrm xmlns:a="http://schemas.openxmlformats.org/drawingml/2006/main">
            <a:off x="809625" y="4191000"/>
            <a:ext cx="5905500" cy="142875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Understand, plan, act, review, verify, repeat</a:t>
            </a:r>
          </a:p>
        </p:txBody>
      </p:sp>
    </p:spTree>
    <p:extLst>
      <p:ext uri="{BB962C8B-B14F-4D97-AF65-F5344CB8AC3E}">
        <p14:creationId xmlns:p14="http://schemas.microsoft.com/office/powerpoint/2010/main" val="335993741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Reviewing the work</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52575"/>
            <a:ext cx="6048375" cy="417195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Read the changed files and the diff.</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Check the output and required tests.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Ask for an execution report.</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Accept, revise, or restore a checkpoint.</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1ab0cd2672949ee"/>
          <a:stretch xmlns:a="http://schemas.openxmlformats.org/drawingml/2006/main"/>
        </p:blipFill>
        <p:spPr>
          <a:xfrm xmlns:a="http://schemas.openxmlformats.org/drawingml/2006/main">
            <a:off x="7191375" y="2315051"/>
            <a:ext cx="4333875" cy="2513648"/>
          </a:xfrm>
          <a:prstGeom xmlns:a="http://schemas.openxmlformats.org/drawingml/2006/main" prst="rect">
            <a:avLst/>
          </a:prstGeom>
        </p:spPr>
      </p:pic>
    </p:spTree>
    <p:extLst>
      <p:ext uri="{BB962C8B-B14F-4D97-AF65-F5344CB8AC3E}">
        <p14:creationId xmlns:p14="http://schemas.microsoft.com/office/powerpoint/2010/main" val="216202381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Workspace instructions</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71625"/>
            <a:ext cx="10620375" cy="40005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A workspace holds related project files.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AGENTS.md records project guidance.</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Personal instructions hold broader preferences.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Check which instructions the tool loaded.</a:t>
            </a:r>
          </a:p>
        </p:txBody>
      </p:sp>
    </p:spTree>
    <p:extLst>
      <p:ext uri="{BB962C8B-B14F-4D97-AF65-F5344CB8AC3E}">
        <p14:creationId xmlns:p14="http://schemas.microsoft.com/office/powerpoint/2010/main" val="2162023815"/>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Reusable prompts</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71625"/>
            <a:ext cx="10620375" cy="40005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Save the task once as a prompt file.</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Supply the current sources each time.</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Run it, inspect the result, and revise.</a:t>
            </a:r>
          </a:p>
        </p:txBody>
      </p:sp>
    </p:spTree>
    <p:extLst>
      <p:ext uri="{BB962C8B-B14F-4D97-AF65-F5344CB8AC3E}">
        <p14:creationId xmlns:p14="http://schemas.microsoft.com/office/powerpoint/2010/main" val="216202381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Skills</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71625"/>
            <a:ext cx="10620375" cy="40005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A skill describes how to do a type of task.</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Syllabus consistency: dates, weights, policies, and links.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Its output includes findings and unresolved decisions.</a:t>
            </a:r>
          </a:p>
        </p:txBody>
      </p:sp>
    </p:spTree>
    <p:extLst>
      <p:ext uri="{BB962C8B-B14F-4D97-AF65-F5344CB8AC3E}">
        <p14:creationId xmlns:p14="http://schemas.microsoft.com/office/powerpoint/2010/main" val="2162023815"/>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From prompting to workflows</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71625"/>
            <a:ext cx="10620375" cy="40005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Prompt: one request</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Saved prompt: a recurring request</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Project instructions: standing guidance</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Skill: a reusable procedure</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Workflow: the steps and review together</a:t>
            </a:r>
          </a:p>
        </p:txBody>
      </p:sp>
      <p:sp>
        <p:nvSpPr>
          <p:cNvPr id="3" name="demo-cue">
            <a:extLst xmlns:a="http://schemas.openxmlformats.org/drawingml/2006/main">
              <a:ext uri="{FF2B5EF4-FFF2-40B4-BE49-F238E27FC236}">
                <a16:creationId xmlns:a16="http://schemas.microsoft.com/office/drawing/2014/main" id="{22327624-BED2-4727-A11D-52B97592B2F4}"/>
              </a:ext>
            </a:extLst>
          </p:cNvPr>
          <p:cNvSpPr>
            <a:spLocks xmlns:a="http://schemas.openxmlformats.org/drawingml/2006/main" noGrp="1"/>
          </p:cNvSpPr>
          <p:nvPr/>
        </p:nvSpPr>
        <p:spPr>
          <a:xfrm xmlns:a="http://schemas.openxmlformats.org/drawingml/2006/main">
            <a:off x="7239000" y="5562600"/>
            <a:ext cx="4229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2400" b="1">
                <a:solidFill>
                  <a:srgbClr val="0B1F3A"/>
                </a:solidFill>
                <a:latin typeface="Inter"/>
                <a:ea typeface="Inter"/>
                <a:cs typeface="Inter"/>
              </a:defRPr>
            </a:pPr>
            <a:r>
              <a:rPr sz="2400" b="1">
                <a:solidFill>
                  <a:srgbClr val="0B1F3A"/>
                </a:solidFill>
                <a:latin typeface="Inter"/>
                <a:ea typeface="Inter"/>
                <a:cs typeface="Inter"/>
              </a:rPr>
              <a:t>VS Code files</a:t>
            </a:r>
          </a:p>
        </p:txBody>
      </p:sp>
    </p:spTree>
    <p:extLst>
      <p:ext uri="{BB962C8B-B14F-4D97-AF65-F5344CB8AC3E}">
        <p14:creationId xmlns:p14="http://schemas.microsoft.com/office/powerpoint/2010/main" val="2162023815"/>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E4CF4003-FF64-279A-19A2-BDDFDF78380C}"/>
              </a:ext>
            </a:extLst>
          </p:cNvPr>
          <p:cNvSpPr>
            <a:spLocks xmlns:a="http://schemas.openxmlformats.org/drawingml/2006/main" noGrp="1"/>
          </p:cNvSpPr>
          <p:nvPr>
            <p:ph type="title" idx="0"/>
          </p:nvPr>
        </p:nvSpPr>
        <p:spPr>
          <a:xfrm xmlns:a="http://schemas.openxmlformats.org/drawingml/2006/main">
            <a:off x="800100" y="2333625"/>
            <a:ext cx="5905500" cy="19050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700" b="1">
                <a:solidFill>
                  <a:srgbClr val="0B1F3A"/>
                </a:solidFill>
                <a:latin typeface="Inter"/>
                <a:ea typeface="Inter"/>
                <a:cs typeface="Inter"/>
              </a:defRPr>
            </a:pPr>
            <a:r>
              <a:rPr sz="5700" b="1">
                <a:solidFill>
                  <a:srgbClr val="0B1F3A"/>
                </a:solidFill>
                <a:latin typeface="Inter"/>
                <a:ea typeface="Inter"/>
                <a:cs typeface="Inter"/>
              </a:rPr>
              <a:t>5. The Examples</a:t>
            </a:r>
          </a:p>
        </p:txBody>
      </p:sp>
      <p:sp>
        <p:nvSpPr>
          <p:cNvPr id="2" name="Text Placeholder 2">
            <a:extLst xmlns:a="http://schemas.openxmlformats.org/drawingml/2006/main">
              <a:ext uri="{FF2B5EF4-FFF2-40B4-BE49-F238E27FC236}">
                <a16:creationId xmlns:a16="http://schemas.microsoft.com/office/drawing/2014/main" id="{72D94DCC-0C1E-FC69-9408-A1E658BED9EF}"/>
              </a:ext>
            </a:extLst>
          </p:cNvPr>
          <p:cNvSpPr>
            <a:spLocks xmlns:a="http://schemas.openxmlformats.org/drawingml/2006/main" noGrp="1"/>
          </p:cNvSpPr>
          <p:nvPr>
            <p:ph type="body" idx="10"/>
          </p:nvPr>
        </p:nvSpPr>
        <p:spPr>
          <a:xfrm xmlns:a="http://schemas.openxmlformats.org/drawingml/2006/main">
            <a:off x="809625" y="4191000"/>
            <a:ext cx="5905500" cy="142875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Website, syllabus, data reports, and courseware</a:t>
            </a:r>
          </a:p>
        </p:txBody>
      </p:sp>
    </p:spTree>
    <p:extLst>
      <p:ext uri="{BB962C8B-B14F-4D97-AF65-F5344CB8AC3E}">
        <p14:creationId xmlns:p14="http://schemas.microsoft.com/office/powerpoint/2010/main" val="3359937417"/>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5"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1. The conference website</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52575"/>
            <a:ext cx="6048375" cy="417195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Notes and an outline guide the pages.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Markdown and a template produce HTML.</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Review precedes publishing.</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8d01315043c4d91"/>
          <a:stretch xmlns:a="http://schemas.openxmlformats.org/drawingml/2006/main"/>
        </p:blipFill>
        <p:spPr>
          <a:xfrm xmlns:a="http://schemas.openxmlformats.org/drawingml/2006/main">
            <a:off x="7191375" y="2067057"/>
            <a:ext cx="4333875" cy="3009635"/>
          </a:xfrm>
          <a:prstGeom xmlns:a="http://schemas.openxmlformats.org/drawingml/2006/main" prst="rect">
            <a:avLst/>
          </a:prstGeom>
        </p:spPr>
      </p:pic>
      <p:sp>
        <p:nvSpPr>
          <p:cNvPr id="4" name="demo-cue">
            <a:extLst xmlns:a="http://schemas.openxmlformats.org/drawingml/2006/main">
              <a:ext uri="{FF2B5EF4-FFF2-40B4-BE49-F238E27FC236}">
                <a16:creationId xmlns:a16="http://schemas.microsoft.com/office/drawing/2014/main" id="{34395464-9843-46DD-A1DA-390BE557669C}"/>
              </a:ext>
            </a:extLst>
          </p:cNvPr>
          <p:cNvSpPr>
            <a:spLocks xmlns:a="http://schemas.openxmlformats.org/drawingml/2006/main" noGrp="1"/>
          </p:cNvSpPr>
          <p:nvPr/>
        </p:nvSpPr>
        <p:spPr>
          <a:xfrm xmlns:a="http://schemas.openxmlformats.org/drawingml/2006/main">
            <a:off x="7239000" y="5562600"/>
            <a:ext cx="4229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2400" b="1">
                <a:solidFill>
                  <a:srgbClr val="0B1F3A"/>
                </a:solidFill>
                <a:latin typeface="Inter"/>
                <a:ea typeface="Inter"/>
                <a:cs typeface="Inter"/>
              </a:defRPr>
            </a:pPr>
            <a:r>
              <a:rPr sz="2400" b="1">
                <a:solidFill>
                  <a:srgbClr val="0B1F3A"/>
                </a:solidFill>
                <a:latin typeface="Inter"/>
                <a:ea typeface="Inter"/>
                <a:cs typeface="Inter"/>
              </a:rPr>
              <a:t>Browser + VS Code</a:t>
            </a:r>
          </a:p>
        </p:txBody>
      </p:sp>
    </p:spTree>
    <p:extLst>
      <p:ext uri="{BB962C8B-B14F-4D97-AF65-F5344CB8AC3E}">
        <p14:creationId xmlns:p14="http://schemas.microsoft.com/office/powerpoint/2010/main" val="2162023815"/>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1. One small site edit</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71625"/>
            <a:ext cx="10620375" cy="40005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Change one welcome sentence.</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Review the plan and the exact diff.</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Rebuild and preview locally.</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Publishing is a separate step.</a:t>
            </a:r>
          </a:p>
        </p:txBody>
      </p:sp>
      <p:sp>
        <p:nvSpPr>
          <p:cNvPr id="3" name="demo-cue">
            <a:extLst xmlns:a="http://schemas.openxmlformats.org/drawingml/2006/main">
              <a:ext uri="{FF2B5EF4-FFF2-40B4-BE49-F238E27FC236}">
                <a16:creationId xmlns:a16="http://schemas.microsoft.com/office/drawing/2014/main" id="{B582CAB1-E61A-49CB-AB23-77B7ED7CA301}"/>
              </a:ext>
            </a:extLst>
          </p:cNvPr>
          <p:cNvSpPr>
            <a:spLocks xmlns:a="http://schemas.openxmlformats.org/drawingml/2006/main" noGrp="1"/>
          </p:cNvSpPr>
          <p:nvPr/>
        </p:nvSpPr>
        <p:spPr>
          <a:xfrm xmlns:a="http://schemas.openxmlformats.org/drawingml/2006/main">
            <a:off x="7239000" y="5562600"/>
            <a:ext cx="4229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2400" b="1">
                <a:solidFill>
                  <a:srgbClr val="0B1F3A"/>
                </a:solidFill>
                <a:latin typeface="Inter"/>
                <a:ea typeface="Inter"/>
                <a:cs typeface="Inter"/>
              </a:defRPr>
            </a:pPr>
            <a:r>
              <a:rPr sz="2400" b="1">
                <a:solidFill>
                  <a:srgbClr val="0B1F3A"/>
                </a:solidFill>
                <a:latin typeface="Inter"/>
                <a:ea typeface="Inter"/>
                <a:cs typeface="Inter"/>
              </a:rPr>
              <a:t>Optional live edit</a:t>
            </a:r>
          </a:p>
        </p:txBody>
      </p:sp>
    </p:spTree>
    <p:extLst>
      <p:ext uri="{BB962C8B-B14F-4D97-AF65-F5344CB8AC3E}">
        <p14:creationId xmlns:p14="http://schemas.microsoft.com/office/powerpoint/2010/main" val="216202381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2. Word syllabus to HTML</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381125"/>
            <a:ext cx="10620375" cy="119062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Preserve the original content during conversion.</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Review semester changes separately.</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c8df9be02324d6c"/>
          <a:stretch xmlns:a="http://schemas.openxmlformats.org/drawingml/2006/main"/>
        </p:blipFill>
        <p:spPr>
          <a:xfrm xmlns:a="http://schemas.openxmlformats.org/drawingml/2006/main">
            <a:off x="1342073" y="2857500"/>
            <a:ext cx="3840480" cy="2667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b76a285efb84299"/>
          <a:stretch xmlns:a="http://schemas.openxmlformats.org/drawingml/2006/main"/>
        </p:blipFill>
        <p:spPr>
          <a:xfrm xmlns:a="http://schemas.openxmlformats.org/drawingml/2006/main">
            <a:off x="6381750" y="3823301"/>
            <a:ext cx="5095875" cy="735398"/>
          </a:xfrm>
          <a:prstGeom xmlns:a="http://schemas.openxmlformats.org/drawingml/2006/main" prst="rect">
            <a:avLst/>
          </a:prstGeom>
        </p:spPr>
      </p:pic>
      <p:sp>
        <p:nvSpPr>
          <p:cNvPr id="5" name="demo-cue">
            <a:extLst xmlns:a="http://schemas.openxmlformats.org/drawingml/2006/main">
              <a:ext uri="{FF2B5EF4-FFF2-40B4-BE49-F238E27FC236}">
                <a16:creationId xmlns:a16="http://schemas.microsoft.com/office/drawing/2014/main" id="{D96CC394-9CD1-4030-B82E-5BF6CF57CCDA}"/>
              </a:ext>
            </a:extLst>
          </p:cNvPr>
          <p:cNvSpPr>
            <a:spLocks xmlns:a="http://schemas.openxmlformats.org/drawingml/2006/main" noGrp="1"/>
          </p:cNvSpPr>
          <p:nvPr/>
        </p:nvSpPr>
        <p:spPr>
          <a:xfrm xmlns:a="http://schemas.openxmlformats.org/drawingml/2006/main">
            <a:off x="7239000" y="5562600"/>
            <a:ext cx="4229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2400" b="1">
                <a:solidFill>
                  <a:srgbClr val="0B1F3A"/>
                </a:solidFill>
                <a:latin typeface="Inter"/>
                <a:ea typeface="Inter"/>
                <a:cs typeface="Inter"/>
              </a:defRPr>
            </a:pPr>
            <a:r>
              <a:rPr sz="2400" b="1">
                <a:solidFill>
                  <a:srgbClr val="0B1F3A"/>
                </a:solidFill>
                <a:latin typeface="Inter"/>
                <a:ea typeface="Inter"/>
                <a:cs typeface="Inter"/>
              </a:rPr>
              <a:t>Browser walkthrough</a:t>
            </a:r>
          </a:p>
        </p:txBody>
      </p:sp>
    </p:spTree>
    <p:extLst>
      <p:ext uri="{BB962C8B-B14F-4D97-AF65-F5344CB8AC3E}">
        <p14:creationId xmlns:p14="http://schemas.microsoft.com/office/powerpoint/2010/main" val="216202381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2. Checking the syllabus</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71625"/>
            <a:ext cx="10620375" cy="40005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Each grading component stays correct.</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25 + 25 + 8 + 8 + 12 + 12 + 10 = 100</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Dates, policies, and links need review.</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One heading edit has an explicit change report.</a:t>
            </a:r>
          </a:p>
        </p:txBody>
      </p:sp>
      <p:sp>
        <p:nvSpPr>
          <p:cNvPr id="3" name="demo-cue">
            <a:extLst xmlns:a="http://schemas.openxmlformats.org/drawingml/2006/main">
              <a:ext uri="{FF2B5EF4-FFF2-40B4-BE49-F238E27FC236}">
                <a16:creationId xmlns:a16="http://schemas.microsoft.com/office/drawing/2014/main" id="{69D81156-0DFD-4085-BD8D-A9DC070F7102}"/>
              </a:ext>
            </a:extLst>
          </p:cNvPr>
          <p:cNvSpPr>
            <a:spLocks xmlns:a="http://schemas.openxmlformats.org/drawingml/2006/main" noGrp="1"/>
          </p:cNvSpPr>
          <p:nvPr/>
        </p:nvSpPr>
        <p:spPr>
          <a:xfrm xmlns:a="http://schemas.openxmlformats.org/drawingml/2006/main">
            <a:off x="7239000" y="5562600"/>
            <a:ext cx="4229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2400" b="1">
                <a:solidFill>
                  <a:srgbClr val="0B1F3A"/>
                </a:solidFill>
                <a:latin typeface="Inter"/>
                <a:ea typeface="Inter"/>
                <a:cs typeface="Inter"/>
              </a:defRPr>
            </a:pPr>
            <a:r>
              <a:rPr sz="2400" b="1">
                <a:solidFill>
                  <a:srgbClr val="0B1F3A"/>
                </a:solidFill>
                <a:latin typeface="Inter"/>
                <a:ea typeface="Inter"/>
                <a:cs typeface="Inter"/>
              </a:rPr>
              <a:t>Prepared diff</a:t>
            </a:r>
          </a:p>
        </p:txBody>
      </p:sp>
    </p:spTree>
    <p:extLst>
      <p:ext uri="{BB962C8B-B14F-4D97-AF65-F5344CB8AC3E}">
        <p14:creationId xmlns:p14="http://schemas.microsoft.com/office/powerpoint/2010/main" val="216202381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5"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3. One dataset, two reports</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52575"/>
            <a:ext cx="6048375" cy="417195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2,436 form submissions; 9 columns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One record is one submission.</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Both reports show eight main sessions.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No student ID supports unique-student counts.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97fa264ec3949a0"/>
          <a:stretch xmlns:a="http://schemas.openxmlformats.org/drawingml/2006/main"/>
        </p:blipFill>
        <p:spPr>
          <a:xfrm xmlns:a="http://schemas.openxmlformats.org/drawingml/2006/main">
            <a:off x="7191375" y="2570695"/>
            <a:ext cx="4333875" cy="2002360"/>
          </a:xfrm>
          <a:prstGeom xmlns:a="http://schemas.openxmlformats.org/drawingml/2006/main" prst="rect">
            <a:avLst/>
          </a:prstGeom>
        </p:spPr>
      </p:pic>
      <p:sp>
        <p:nvSpPr>
          <p:cNvPr id="4" name="demo-cue">
            <a:extLst xmlns:a="http://schemas.openxmlformats.org/drawingml/2006/main">
              <a:ext uri="{FF2B5EF4-FFF2-40B4-BE49-F238E27FC236}">
                <a16:creationId xmlns:a16="http://schemas.microsoft.com/office/drawing/2014/main" id="{428CB00E-24F3-4353-94F7-C082DC50A945}"/>
              </a:ext>
            </a:extLst>
          </p:cNvPr>
          <p:cNvSpPr>
            <a:spLocks xmlns:a="http://schemas.openxmlformats.org/drawingml/2006/main" noGrp="1"/>
          </p:cNvSpPr>
          <p:nvPr/>
        </p:nvSpPr>
        <p:spPr>
          <a:xfrm xmlns:a="http://schemas.openxmlformats.org/drawingml/2006/main">
            <a:off x="7239000" y="5562600"/>
            <a:ext cx="4229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2400" b="1">
                <a:solidFill>
                  <a:srgbClr val="0B1F3A"/>
                </a:solidFill>
                <a:latin typeface="Inter"/>
                <a:ea typeface="Inter"/>
                <a:cs typeface="Inter"/>
              </a:defRPr>
            </a:pPr>
            <a:r>
              <a:rPr sz="2400" b="1">
                <a:solidFill>
                  <a:srgbClr val="0B1F3A"/>
                </a:solidFill>
                <a:latin typeface="Inter"/>
                <a:ea typeface="Inter"/>
                <a:cs typeface="Inter"/>
              </a:rPr>
              <a:t>Two prepared reports</a:t>
            </a:r>
          </a:p>
        </p:txBody>
      </p:sp>
    </p:spTree>
    <p:extLst>
      <p:ext uri="{BB962C8B-B14F-4D97-AF65-F5344CB8AC3E}">
        <p14:creationId xmlns:p14="http://schemas.microsoft.com/office/powerpoint/2010/main" val="2162023815"/>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3. Different denominators</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71625"/>
            <a:ext cx="10620375" cy="40005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Claude: 253 / 283 = about 89%</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DeepSeek: 244 / 262 = 93.1%</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Session answers and question clusters select different records.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These reports are not a controlled model benchmark.</a:t>
            </a:r>
          </a:p>
        </p:txBody>
      </p:sp>
      <p:sp>
        <p:nvSpPr>
          <p:cNvPr id="3" name="demo-cue">
            <a:extLst xmlns:a="http://schemas.openxmlformats.org/drawingml/2006/main">
              <a:ext uri="{FF2B5EF4-FFF2-40B4-BE49-F238E27FC236}">
                <a16:creationId xmlns:a16="http://schemas.microsoft.com/office/drawing/2014/main" id="{38C98C3C-466C-4342-8063-ACE531F2F737}"/>
              </a:ext>
            </a:extLst>
          </p:cNvPr>
          <p:cNvSpPr>
            <a:spLocks xmlns:a="http://schemas.openxmlformats.org/drawingml/2006/main" noGrp="1"/>
          </p:cNvSpPr>
          <p:nvPr/>
        </p:nvSpPr>
        <p:spPr>
          <a:xfrm xmlns:a="http://schemas.openxmlformats.org/drawingml/2006/main">
            <a:off x="7239000" y="5562600"/>
            <a:ext cx="4229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2400" b="1">
                <a:solidFill>
                  <a:srgbClr val="0B1F3A"/>
                </a:solidFill>
                <a:latin typeface="Inter"/>
                <a:ea typeface="Inter"/>
                <a:cs typeface="Inter"/>
              </a:defRPr>
            </a:pPr>
            <a:r>
              <a:rPr sz="2400" b="1">
                <a:solidFill>
                  <a:srgbClr val="0B1F3A"/>
                </a:solidFill>
                <a:latin typeface="Inter"/>
                <a:ea typeface="Inter"/>
                <a:cs typeface="Inter"/>
              </a:rPr>
              <a:t>Compare methods</a:t>
            </a:r>
          </a:p>
        </p:txBody>
      </p:sp>
    </p:spTree>
    <p:extLst>
      <p:ext uri="{BB962C8B-B14F-4D97-AF65-F5344CB8AC3E}">
        <p14:creationId xmlns:p14="http://schemas.microsoft.com/office/powerpoint/2010/main" val="2162023815"/>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5"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4. Interactive courseware</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52575"/>
            <a:ext cx="6048375" cy="417195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Chapters and labs become a learning environment.</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Content, interface, access, and hosting work together.</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Small changes still need review.</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52b5fc6f6e5432e"/>
          <a:stretch xmlns:a="http://schemas.openxmlformats.org/drawingml/2006/main"/>
        </p:blipFill>
        <p:spPr>
          <a:xfrm xmlns:a="http://schemas.openxmlformats.org/drawingml/2006/main">
            <a:off x="7191375" y="2067057"/>
            <a:ext cx="4333875" cy="3009635"/>
          </a:xfrm>
          <a:prstGeom xmlns:a="http://schemas.openxmlformats.org/drawingml/2006/main" prst="rect">
            <a:avLst/>
          </a:prstGeom>
        </p:spPr>
      </p:pic>
      <p:sp>
        <p:nvSpPr>
          <p:cNvPr id="4" name="demo-cue">
            <a:extLst xmlns:a="http://schemas.openxmlformats.org/drawingml/2006/main">
              <a:ext uri="{FF2B5EF4-FFF2-40B4-BE49-F238E27FC236}">
                <a16:creationId xmlns:a16="http://schemas.microsoft.com/office/drawing/2014/main" id="{02EFC8F4-B7EA-4F6D-9E78-723662A32C12}"/>
              </a:ext>
            </a:extLst>
          </p:cNvPr>
          <p:cNvSpPr>
            <a:spLocks xmlns:a="http://schemas.openxmlformats.org/drawingml/2006/main" noGrp="1"/>
          </p:cNvSpPr>
          <p:nvPr/>
        </p:nvSpPr>
        <p:spPr>
          <a:xfrm xmlns:a="http://schemas.openxmlformats.org/drawingml/2006/main">
            <a:off x="7239000" y="5562600"/>
            <a:ext cx="4229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2400" b="1">
                <a:solidFill>
                  <a:srgbClr val="0B1F3A"/>
                </a:solidFill>
                <a:latin typeface="Inter"/>
                <a:ea typeface="Inter"/>
                <a:cs typeface="Inter"/>
              </a:defRPr>
            </a:pPr>
            <a:r>
              <a:rPr sz="2400" b="1">
                <a:solidFill>
                  <a:srgbClr val="0B1F3A"/>
                </a:solidFill>
                <a:latin typeface="Inter"/>
                <a:ea typeface="Inter"/>
                <a:cs typeface="Inter"/>
              </a:rPr>
              <a:t>Browser tour</a:t>
            </a:r>
          </a:p>
        </p:txBody>
      </p:sp>
    </p:spTree>
    <p:extLst>
      <p:ext uri="{BB962C8B-B14F-4D97-AF65-F5344CB8AC3E}">
        <p14:creationId xmlns:p14="http://schemas.microsoft.com/office/powerpoint/2010/main" val="2162023815"/>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Agents: a SWOT view</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428750"/>
            <a:ext cx="9525" cy="9525"/>
          </a:xfrm>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0B1F3A"/>
                </a:solidFill>
                <a:latin typeface="Inter"/>
                <a:ea typeface="Inter"/>
                <a:cs typeface="Inter"/>
              </a:defRPr>
            </a:pPr>
            <a:r>
              <a:t/>
            </a:r>
          </a:p>
        </p:txBody>
      </p:sp>
      <p:sp>
        <p:nvSpPr>
          <p:cNvPr id="3" name="swot-0">
            <a:extLst xmlns:a="http://schemas.openxmlformats.org/drawingml/2006/main">
              <a:ext uri="{FF2B5EF4-FFF2-40B4-BE49-F238E27FC236}">
                <a16:creationId xmlns:a16="http://schemas.microsoft.com/office/drawing/2014/main" id="{CFE889E9-8EFF-47B1-AA58-E32C987F1D58}"/>
              </a:ext>
            </a:extLst>
          </p:cNvPr>
          <p:cNvSpPr>
            <a:spLocks xmlns:a="http://schemas.openxmlformats.org/drawingml/2006/main" noGrp="1"/>
          </p:cNvSpPr>
          <p:nvPr/>
        </p:nvSpPr>
        <p:spPr>
          <a:xfrm xmlns:a="http://schemas.openxmlformats.org/drawingml/2006/main">
            <a:off x="723900" y="1476375"/>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1">
                <a:solidFill>
                  <a:srgbClr val="0B1F3A"/>
                </a:solidFill>
                <a:latin typeface="Inter"/>
                <a:ea typeface="Inter"/>
                <a:cs typeface="Inter"/>
              </a:rPr>
              <a:t>Strengths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Multi-step work with files and tools</a:t>
            </a:r>
          </a:p>
        </p:txBody>
      </p:sp>
      <p:sp>
        <p:nvSpPr>
          <p:cNvPr id="4" name="swot-1">
            <a:extLst xmlns:a="http://schemas.openxmlformats.org/drawingml/2006/main">
              <a:ext uri="{FF2B5EF4-FFF2-40B4-BE49-F238E27FC236}">
                <a16:creationId xmlns:a16="http://schemas.microsoft.com/office/drawing/2014/main" id="{3888741D-0F02-4409-AEE3-AE7F190F3C8A}"/>
              </a:ext>
            </a:extLst>
          </p:cNvPr>
          <p:cNvSpPr>
            <a:spLocks xmlns:a="http://schemas.openxmlformats.org/drawingml/2006/main" noGrp="1"/>
          </p:cNvSpPr>
          <p:nvPr/>
        </p:nvSpPr>
        <p:spPr>
          <a:xfrm xmlns:a="http://schemas.openxmlformats.org/drawingml/2006/main">
            <a:off x="6438900" y="1476375"/>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1">
                <a:solidFill>
                  <a:srgbClr val="0B1F3A"/>
                </a:solidFill>
                <a:latin typeface="Inter"/>
                <a:ea typeface="Inter"/>
                <a:cs typeface="Inter"/>
              </a:rPr>
              <a:t>Weaknesses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Errors and limited context</a:t>
            </a:r>
          </a:p>
        </p:txBody>
      </p:sp>
      <p:sp>
        <p:nvSpPr>
          <p:cNvPr id="5" name="swot-2">
            <a:extLst xmlns:a="http://schemas.openxmlformats.org/drawingml/2006/main">
              <a:ext uri="{FF2B5EF4-FFF2-40B4-BE49-F238E27FC236}">
                <a16:creationId xmlns:a16="http://schemas.microsoft.com/office/drawing/2014/main" id="{E405DA23-B61E-44E4-A40C-F516103A5E6D}"/>
              </a:ext>
            </a:extLst>
          </p:cNvPr>
          <p:cNvSpPr>
            <a:spLocks xmlns:a="http://schemas.openxmlformats.org/drawingml/2006/main" noGrp="1"/>
          </p:cNvSpPr>
          <p:nvPr/>
        </p:nvSpPr>
        <p:spPr>
          <a:xfrm xmlns:a="http://schemas.openxmlformats.org/drawingml/2006/main">
            <a:off x="723900" y="3190875"/>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1">
                <a:solidFill>
                  <a:srgbClr val="0B1F3A"/>
                </a:solidFill>
                <a:latin typeface="Inter"/>
                <a:ea typeface="Inter"/>
                <a:cs typeface="Inter"/>
              </a:rPr>
              <a:t>Opportunities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Repeatable academic workflows</a:t>
            </a:r>
          </a:p>
        </p:txBody>
      </p:sp>
      <p:sp>
        <p:nvSpPr>
          <p:cNvPr id="6" name="swot-3">
            <a:extLst xmlns:a="http://schemas.openxmlformats.org/drawingml/2006/main">
              <a:ext uri="{FF2B5EF4-FFF2-40B4-BE49-F238E27FC236}">
                <a16:creationId xmlns:a16="http://schemas.microsoft.com/office/drawing/2014/main" id="{427B4766-4557-47D7-98EC-C4A88E7C927E}"/>
              </a:ext>
            </a:extLst>
          </p:cNvPr>
          <p:cNvSpPr>
            <a:spLocks xmlns:a="http://schemas.openxmlformats.org/drawingml/2006/main" noGrp="1"/>
          </p:cNvSpPr>
          <p:nvPr/>
        </p:nvSpPr>
        <p:spPr>
          <a:xfrm xmlns:a="http://schemas.openxmlformats.org/drawingml/2006/main">
            <a:off x="6438900" y="3190875"/>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1">
                <a:solidFill>
                  <a:srgbClr val="0B1F3A"/>
                </a:solidFill>
                <a:latin typeface="Inter"/>
                <a:ea typeface="Inter"/>
                <a:cs typeface="Inter"/>
              </a:rPr>
              <a:t>Threats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Unreviewed changes and data exposure</a:t>
            </a:r>
          </a:p>
        </p:txBody>
      </p:sp>
      <p:sp>
        <p:nvSpPr>
          <p:cNvPr id="7" name="responsibility">
            <a:extLst xmlns:a="http://schemas.openxmlformats.org/drawingml/2006/main">
              <a:ext uri="{FF2B5EF4-FFF2-40B4-BE49-F238E27FC236}">
                <a16:creationId xmlns:a16="http://schemas.microsoft.com/office/drawing/2014/main" id="{B12F44BC-F1DC-40B8-8E37-19718AAC02C5}"/>
              </a:ext>
            </a:extLst>
          </p:cNvPr>
          <p:cNvSpPr>
            <a:spLocks xmlns:a="http://schemas.openxmlformats.org/drawingml/2006/main" noGrp="1"/>
          </p:cNvSpPr>
          <p:nvPr/>
        </p:nvSpPr>
        <p:spPr>
          <a:xfrm xmlns:a="http://schemas.openxmlformats.org/drawingml/2006/main">
            <a:off x="723900" y="52863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1">
                <a:solidFill>
                  <a:srgbClr val="0B1F3A"/>
                </a:solidFill>
                <a:latin typeface="Inter"/>
                <a:ea typeface="Inter"/>
                <a:cs typeface="Inter"/>
              </a:defRPr>
            </a:pPr>
            <a:r>
              <a:rPr sz="3000" b="1">
                <a:solidFill>
                  <a:srgbClr val="0B1F3A"/>
                </a:solidFill>
                <a:latin typeface="Inter"/>
                <a:ea typeface="Inter"/>
                <a:cs typeface="Inter"/>
              </a:rPr>
              <a:t>Delegate work, not responsibility.</a:t>
            </a:r>
          </a:p>
        </p:txBody>
      </p:sp>
    </p:spTree>
    <p:extLst>
      <p:ext uri="{BB962C8B-B14F-4D97-AF65-F5344CB8AC3E}">
        <p14:creationId xmlns:p14="http://schemas.microsoft.com/office/powerpoint/2010/main" val="216202381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Take it with you</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24000"/>
            <a:ext cx="7477125" cy="414337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Choose one small, recurring task.</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Use the relevant files and clear boundaries.</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Review the result and save what worked.</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hlinkClick xmlns:r="http://schemas.openxmlformats.org/officeDocument/2006/relationships" r:id="R5335f05fbdc54149"/>
              </a:rPr>
              <a:t>spoo.me/cHzhyF2</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d15189013234036"/>
          <a:stretch xmlns:a="http://schemas.openxmlformats.org/drawingml/2006/main"/>
        </p:blipFill>
        <p:spPr>
          <a:xfrm xmlns:a="http://schemas.openxmlformats.org/drawingml/2006/main">
            <a:off x="8763000" y="2095500"/>
            <a:ext cx="2524125" cy="2524125"/>
          </a:xfrm>
          <a:prstGeom xmlns:a="http://schemas.openxmlformats.org/drawingml/2006/main" prst="rect">
            <a:avLst/>
          </a:prstGeom>
        </p:spPr>
      </p:pic>
    </p:spTree>
    <p:extLst>
      <p:ext uri="{BB962C8B-B14F-4D97-AF65-F5344CB8AC3E}">
        <p14:creationId xmlns:p14="http://schemas.microsoft.com/office/powerpoint/2010/main" val="2162023815"/>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AF179E51-32CA-1A8E-BB94-75A5913D5D9C}"/>
              </a:ext>
            </a:extLst>
          </p:cNvPr>
          <p:cNvSpPr>
            <a:spLocks xmlns:a="http://schemas.openxmlformats.org/drawingml/2006/main" noGrp="1"/>
          </p:cNvSpPr>
          <p:nvPr>
            <p:ph type="title" idx="0"/>
          </p:nvPr>
        </p:nvSpPr>
        <p:spPr>
          <a:xfrm xmlns:a="http://schemas.openxmlformats.org/drawingml/2006/main">
            <a:off x="609600" y="209550"/>
            <a:ext cx="10953750" cy="10668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5100" b="1">
                <a:solidFill>
                  <a:srgbClr val="0B1F3A"/>
                </a:solidFill>
                <a:latin typeface="Inter"/>
                <a:ea typeface="Inter"/>
                <a:cs typeface="Inter"/>
              </a:defRPr>
            </a:pPr>
            <a:r>
              <a:rPr sz="5100" b="1">
                <a:solidFill>
                  <a:srgbClr val="0B1F3A"/>
                </a:solidFill>
                <a:latin typeface="Inter"/>
                <a:ea typeface="Inter"/>
                <a:cs typeface="Inter"/>
              </a:rPr>
              <a:t>Questions and thank you</a:t>
            </a:r>
          </a:p>
        </p:txBody>
      </p:sp>
      <p:sp>
        <p:nvSpPr>
          <p:cNvPr id="2" name="Text Placeholder 2">
            <a:extLst xmlns:a="http://schemas.openxmlformats.org/drawingml/2006/main">
              <a:ext uri="{FF2B5EF4-FFF2-40B4-BE49-F238E27FC236}">
                <a16:creationId xmlns:a16="http://schemas.microsoft.com/office/drawing/2014/main" id="{08279A3F-CF05-1874-F409-A7CD0A9A3B55}"/>
              </a:ext>
            </a:extLst>
          </p:cNvPr>
          <p:cNvSpPr>
            <a:spLocks xmlns:a="http://schemas.openxmlformats.org/drawingml/2006/main" noGrp="1"/>
          </p:cNvSpPr>
          <p:nvPr>
            <p:ph type="body" idx="25"/>
          </p:nvPr>
        </p:nvSpPr>
        <p:spPr>
          <a:xfrm xmlns:a="http://schemas.openxmlformats.org/drawingml/2006/main">
            <a:off x="723900" y="1571625"/>
            <a:ext cx="10620375" cy="40005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Which recurring task would you try?</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What would you check before using the result?</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rPr>
              <a:t>Nim Dvir</a:t>
            </a:r>
          </a:p>
          <a:p xmlns:a="http://schemas.openxmlformats.org/drawingml/2006/main">
            <a:pPr marL="0" indent="0">
              <a:spcAft>
                <a:spcPts val="1300"/>
              </a:spcAft>
              <a:buNone/>
              <a:defRPr sz="3000" b="0">
                <a:solidFill>
                  <a:srgbClr val="0B1F3A"/>
                </a:solidFill>
                <a:latin typeface="Inter"/>
                <a:ea typeface="Inter"/>
                <a:cs typeface="Inter"/>
              </a:defRPr>
            </a:pPr>
            <a:r>
              <a:rPr sz="3000" b="0">
                <a:solidFill>
                  <a:srgbClr val="0B1F3A"/>
                </a:solidFill>
                <a:latin typeface="Inter"/>
                <a:ea typeface="Inter"/>
                <a:cs typeface="Inter"/>
                <a:hlinkClick xmlns:r="http://schemas.openxmlformats.org/officeDocument/2006/relationships" r:id="Rdafc21ba0fe24f7d"/>
              </a:rPr>
              <a:t>ndvir@albany.edu</a:t>
            </a:r>
            <a:br>
              <a:rPr sz="3000" b="0">
                <a:solidFill>
                  <a:srgbClr val="0B1F3A"/>
                </a:solidFill>
                <a:latin typeface="Inter"/>
                <a:ea typeface="Inter"/>
                <a:cs typeface="Inter"/>
              </a:rPr>
            </a:br>
            <a:r>
              <a:rPr sz="3000" b="0">
                <a:solidFill>
                  <a:srgbClr val="0B1F3A"/>
                </a:solidFill>
                <a:latin typeface="Inter"/>
                <a:ea typeface="Inter"/>
                <a:cs typeface="Inter"/>
                <a:hlinkClick xmlns:r="http://schemas.openxmlformats.org/officeDocument/2006/relationships" r:id="R190722a6c29245b8"/>
              </a:rPr>
              <a:t>nimdvir.com</a:t>
            </a:r>
          </a:p>
        </p:txBody>
      </p:sp>
    </p:spTree>
    <p:extLst>
      <p:ext uri="{BB962C8B-B14F-4D97-AF65-F5344CB8AC3E}">
        <p14:creationId xmlns:p14="http://schemas.microsoft.com/office/powerpoint/2010/main" val="2162023815"/>
      </p:ext>
    </p:extLst>
  </p:cSld>
</p:sld>
</file>

<file path=ppt/theme/theme1.xml><?xml version="1.0" encoding="utf-8"?>
<a:theme xmlns:a="http://schemas.openxmlformats.org/drawingml/2006/main" name="Cengage Light">
  <a:themeElements>
    <a:clrScheme name="ES 2026">
      <a:dk1>
        <a:srgbClr val="0B1F3A"/>
      </a:dk1>
      <a:lt1>
        <a:srgbClr val="FFFFFF"/>
      </a:lt1>
      <a:dk2>
        <a:srgbClr val="0B1F3A"/>
      </a:dk2>
      <a:lt2>
        <a:srgbClr val="DEE5EE"/>
      </a:lt2>
      <a:accent1>
        <a:srgbClr val="00B8D9"/>
      </a:accent1>
      <a:accent2>
        <a:srgbClr val="FD9A04"/>
      </a:accent2>
      <a:accent3>
        <a:srgbClr val="008EBA"/>
      </a:accent3>
      <a:accent4>
        <a:srgbClr val="00E7FF"/>
      </a:accent4>
      <a:accent5>
        <a:srgbClr val="3C4960"/>
      </a:accent5>
      <a:accent6>
        <a:srgbClr val="2A3749"/>
      </a:accent6>
      <a:hlink>
        <a:srgbClr val="00B8D9"/>
      </a:hlink>
      <a:folHlink>
        <a:srgbClr val="008EBA"/>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ES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2026-10-01T03:15:12.7750000Z</dcterms:created>
  <dcterms:modified xsi:type="dcterms:W3CDTF">2026-10-01T03:15:12.7750000Z</dcterms:modified>
</coreProperties>
</file>